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9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609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043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733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896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561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07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265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152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472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227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567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23746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864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5286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6177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0341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951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016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0" r:id="rId1"/>
    <p:sldLayoutId id="2147483991" r:id="rId2"/>
    <p:sldLayoutId id="2147483992" r:id="rId3"/>
    <p:sldLayoutId id="2147483993" r:id="rId4"/>
    <p:sldLayoutId id="2147483994" r:id="rId5"/>
    <p:sldLayoutId id="2147483995" r:id="rId6"/>
    <p:sldLayoutId id="2147483996" r:id="rId7"/>
    <p:sldLayoutId id="2147483997" r:id="rId8"/>
    <p:sldLayoutId id="2147483998" r:id="rId9"/>
    <p:sldLayoutId id="2147483999" r:id="rId10"/>
    <p:sldLayoutId id="2147484000" r:id="rId11"/>
    <p:sldLayoutId id="2147484001" r:id="rId12"/>
    <p:sldLayoutId id="2147484002" r:id="rId13"/>
    <p:sldLayoutId id="2147484003" r:id="rId14"/>
    <p:sldLayoutId id="2147484004" r:id="rId15"/>
    <p:sldLayoutId id="2147484005" r:id="rId16"/>
    <p:sldLayoutId id="214748400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46E1D4-2F49-DB05-B5EA-EC789BCD2246}"/>
              </a:ext>
            </a:extLst>
          </p:cNvPr>
          <p:cNvSpPr txBox="1"/>
          <p:nvPr/>
        </p:nvSpPr>
        <p:spPr>
          <a:xfrm>
            <a:off x="1899555" y="787673"/>
            <a:ext cx="8588829" cy="1863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55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AQUAGUARD – Aquaculture Smart Monitoring System</a:t>
            </a:r>
            <a:endParaRPr lang="en-IN" sz="5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3CBEFB-91CF-14A2-6085-B9C915596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753" y="2982686"/>
            <a:ext cx="4772494" cy="26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492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5F798-2AFC-BE05-C2A3-22776C67A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462F2C-661F-B8C3-4AF9-CD2DDD1F1F6F}"/>
              </a:ext>
            </a:extLst>
          </p:cNvPr>
          <p:cNvSpPr txBox="1"/>
          <p:nvPr/>
        </p:nvSpPr>
        <p:spPr>
          <a:xfrm>
            <a:off x="1894114" y="938318"/>
            <a:ext cx="8403771" cy="4981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Project Title:</a:t>
            </a:r>
            <a:endParaRPr lang="en-IN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Aqua Guard – IoT Based Water Quality Monitoring for Shrimp Farming.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Scenario:</a:t>
            </a:r>
            <a:endParaRPr lang="en-IN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Monitor water quality parameters in shrimp ponds and trigger alerts when conditions become unsafe.</a:t>
            </a:r>
          </a:p>
        </p:txBody>
      </p:sp>
    </p:spTree>
    <p:extLst>
      <p:ext uri="{BB962C8B-B14F-4D97-AF65-F5344CB8AC3E}">
        <p14:creationId xmlns:p14="http://schemas.microsoft.com/office/powerpoint/2010/main" val="61680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346B5-51D1-6B61-F0C9-0E97C3983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A5A06D-FA41-5BC9-496B-BE350BB7A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636" y="904073"/>
            <a:ext cx="8148728" cy="51219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A3EAA9-6C1C-4E13-70E9-B236BA7A4EE7}"/>
              </a:ext>
            </a:extLst>
          </p:cNvPr>
          <p:cNvSpPr txBox="1"/>
          <p:nvPr/>
        </p:nvSpPr>
        <p:spPr>
          <a:xfrm>
            <a:off x="3042558" y="350262"/>
            <a:ext cx="6106884" cy="72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 Architecture</a:t>
            </a:r>
            <a:endParaRPr lang="en-IN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718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43C5B-F428-3B96-E54C-BC29DCDDC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6F6052-AE93-EE51-C787-9BF98202BFF1}"/>
              </a:ext>
            </a:extLst>
          </p:cNvPr>
          <p:cNvSpPr txBox="1"/>
          <p:nvPr/>
        </p:nvSpPr>
        <p:spPr>
          <a:xfrm>
            <a:off x="1415747" y="1090202"/>
            <a:ext cx="9360506" cy="492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 Architecture Overview:</a:t>
            </a:r>
            <a:endParaRPr lang="en-IN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Aqua Guard system consists of three main layers:</a:t>
            </a: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3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Sensor Layer – Collects real-time water parameters</a:t>
            </a: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3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Gateway Layer – ESP32 processes and sends data</a:t>
            </a: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3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 Layer – Adafruit IO stores and visualizes data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IN" sz="3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Alert Layer – IFTTT sends notifications to farmers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Flow:</a:t>
            </a:r>
            <a:endParaRPr lang="en-IN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Sensors → ESP32 Gateway → </a:t>
            </a:r>
            <a:r>
              <a:rPr lang="en-IN" sz="3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WiFi</a:t>
            </a:r>
            <a:r>
              <a:rPr lang="en-IN" sz="3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→ Adafruit IO Cloud → IFTTT Alerts → Farmer Mobile</a:t>
            </a:r>
          </a:p>
        </p:txBody>
      </p:sp>
    </p:spTree>
    <p:extLst>
      <p:ext uri="{BB962C8B-B14F-4D97-AF65-F5344CB8AC3E}">
        <p14:creationId xmlns:p14="http://schemas.microsoft.com/office/powerpoint/2010/main" val="1340103447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27</TotalTime>
  <Words>104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Tw Cen MT</vt:lpstr>
      <vt:lpstr>Wingdings</vt:lpstr>
      <vt:lpstr>Droplet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Keerthana Koppula</dc:creator>
  <cp:lastModifiedBy>22B01A0455 .</cp:lastModifiedBy>
  <cp:revision>1</cp:revision>
  <dcterms:created xsi:type="dcterms:W3CDTF">2026-02-05T18:35:04Z</dcterms:created>
  <dcterms:modified xsi:type="dcterms:W3CDTF">2026-02-05T19:05:11Z</dcterms:modified>
</cp:coreProperties>
</file>