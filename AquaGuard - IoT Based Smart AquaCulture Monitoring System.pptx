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9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70" r:id="rId8"/>
    <p:sldId id="264" r:id="rId9"/>
    <p:sldId id="265" r:id="rId10"/>
    <p:sldId id="259" r:id="rId11"/>
    <p:sldId id="257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59E1A-4167-46BB-AECB-380219FFA8D8}" v="27" dt="2026-02-06T18:11:00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2B01A0455 ." userId="ccd32090cf42221f" providerId="LiveId" clId="{71AA40D1-DA43-40D0-A6F8-AA97D4312394}"/>
    <pc:docChg chg="undo redo custSel addSld delSld modSld sldOrd">
      <pc:chgData name="22B01A0455 ." userId="ccd32090cf42221f" providerId="LiveId" clId="{71AA40D1-DA43-40D0-A6F8-AA97D4312394}" dt="2026-02-06T18:22:36.572" v="1347" actId="1076"/>
      <pc:docMkLst>
        <pc:docMk/>
      </pc:docMkLst>
      <pc:sldChg chg="modSp mod">
        <pc:chgData name="22B01A0455 ." userId="ccd32090cf42221f" providerId="LiveId" clId="{71AA40D1-DA43-40D0-A6F8-AA97D4312394}" dt="2026-02-06T18:20:12.362" v="1331" actId="20577"/>
        <pc:sldMkLst>
          <pc:docMk/>
          <pc:sldMk cId="1340103447" sldId="257"/>
        </pc:sldMkLst>
        <pc:spChg chg="mod">
          <ac:chgData name="22B01A0455 ." userId="ccd32090cf42221f" providerId="LiveId" clId="{71AA40D1-DA43-40D0-A6F8-AA97D4312394}" dt="2026-02-06T18:20:12.362" v="1331" actId="20577"/>
          <ac:spMkLst>
            <pc:docMk/>
            <pc:sldMk cId="1340103447" sldId="257"/>
            <ac:spMk id="3" creationId="{796F6052-AE93-EE51-C787-9BF98202BFF1}"/>
          </ac:spMkLst>
        </pc:spChg>
      </pc:sldChg>
      <pc:sldChg chg="modSp mod">
        <pc:chgData name="22B01A0455 ." userId="ccd32090cf42221f" providerId="LiveId" clId="{71AA40D1-DA43-40D0-A6F8-AA97D4312394}" dt="2026-02-06T18:20:28.388" v="1332" actId="13822"/>
        <pc:sldMkLst>
          <pc:docMk/>
          <pc:sldMk cId="61680038" sldId="258"/>
        </pc:sldMkLst>
        <pc:spChg chg="mod">
          <ac:chgData name="22B01A0455 ." userId="ccd32090cf42221f" providerId="LiveId" clId="{71AA40D1-DA43-40D0-A6F8-AA97D4312394}" dt="2026-02-06T18:20:28.388" v="1332" actId="13822"/>
          <ac:spMkLst>
            <pc:docMk/>
            <pc:sldMk cId="61680038" sldId="258"/>
            <ac:spMk id="3" creationId="{CF462F2C-661F-B8C3-4AF9-CD2DDD1F1F6F}"/>
          </ac:spMkLst>
        </pc:spChg>
      </pc:sldChg>
      <pc:sldChg chg="modSp mod">
        <pc:chgData name="22B01A0455 ." userId="ccd32090cf42221f" providerId="LiveId" clId="{71AA40D1-DA43-40D0-A6F8-AA97D4312394}" dt="2026-02-06T18:19:09.684" v="1327" actId="1076"/>
        <pc:sldMkLst>
          <pc:docMk/>
          <pc:sldMk cId="2786718164" sldId="259"/>
        </pc:sldMkLst>
        <pc:picChg chg="mod">
          <ac:chgData name="22B01A0455 ." userId="ccd32090cf42221f" providerId="LiveId" clId="{71AA40D1-DA43-40D0-A6F8-AA97D4312394}" dt="2026-02-06T18:19:09.684" v="1327" actId="1076"/>
          <ac:picMkLst>
            <pc:docMk/>
            <pc:sldMk cId="2786718164" sldId="259"/>
            <ac:picMk id="2" creationId="{5DA5A06D-FA41-5BC9-496B-BE350BB7A4D2}"/>
          </ac:picMkLst>
        </pc:picChg>
      </pc:sldChg>
      <pc:sldChg chg="addSp delSp modSp add mod ord">
        <pc:chgData name="22B01A0455 ." userId="ccd32090cf42221f" providerId="LiveId" clId="{71AA40D1-DA43-40D0-A6F8-AA97D4312394}" dt="2026-02-06T18:21:16.584" v="1342" actId="1076"/>
        <pc:sldMkLst>
          <pc:docMk/>
          <pc:sldMk cId="3029446797" sldId="260"/>
        </pc:sldMkLst>
        <pc:spChg chg="del mod">
          <ac:chgData name="22B01A0455 ." userId="ccd32090cf42221f" providerId="LiveId" clId="{71AA40D1-DA43-40D0-A6F8-AA97D4312394}" dt="2026-02-06T15:35:32.136" v="3"/>
          <ac:spMkLst>
            <pc:docMk/>
            <pc:sldMk cId="3029446797" sldId="260"/>
            <ac:spMk id="3" creationId="{2101B1F1-40DD-6F6C-E506-B03E04539E8C}"/>
          </ac:spMkLst>
        </pc:spChg>
        <pc:spChg chg="add mod">
          <ac:chgData name="22B01A0455 ." userId="ccd32090cf42221f" providerId="LiveId" clId="{71AA40D1-DA43-40D0-A6F8-AA97D4312394}" dt="2026-02-06T15:37:25.666" v="27" actId="20577"/>
          <ac:spMkLst>
            <pc:docMk/>
            <pc:sldMk cId="3029446797" sldId="260"/>
            <ac:spMk id="5" creationId="{5F3CCD4A-B84C-8355-3548-30AF20AD0DAA}"/>
          </ac:spMkLst>
        </pc:spChg>
        <pc:picChg chg="add mod">
          <ac:chgData name="22B01A0455 ." userId="ccd32090cf42221f" providerId="LiveId" clId="{71AA40D1-DA43-40D0-A6F8-AA97D4312394}" dt="2026-02-06T18:21:16.584" v="1342" actId="1076"/>
          <ac:picMkLst>
            <pc:docMk/>
            <pc:sldMk cId="3029446797" sldId="260"/>
            <ac:picMk id="2" creationId="{AD01472D-A8E4-F3D7-91DA-2FBD3A18D98F}"/>
          </ac:picMkLst>
        </pc:picChg>
      </pc:sldChg>
      <pc:sldChg chg="addSp delSp modSp add mod ord">
        <pc:chgData name="22B01A0455 ." userId="ccd32090cf42221f" providerId="LiveId" clId="{71AA40D1-DA43-40D0-A6F8-AA97D4312394}" dt="2026-02-06T18:21:50.305" v="1343" actId="1440"/>
        <pc:sldMkLst>
          <pc:docMk/>
          <pc:sldMk cId="4060469711" sldId="261"/>
        </pc:sldMkLst>
        <pc:spChg chg="del mod">
          <ac:chgData name="22B01A0455 ." userId="ccd32090cf42221f" providerId="LiveId" clId="{71AA40D1-DA43-40D0-A6F8-AA97D4312394}" dt="2026-02-06T15:38:16.766" v="36"/>
          <ac:spMkLst>
            <pc:docMk/>
            <pc:sldMk cId="4060469711" sldId="261"/>
            <ac:spMk id="5" creationId="{313D0A23-CE91-CEF9-CE00-0D1CFEC1AFF0}"/>
          </ac:spMkLst>
        </pc:spChg>
        <pc:picChg chg="del">
          <ac:chgData name="22B01A0455 ." userId="ccd32090cf42221f" providerId="LiveId" clId="{71AA40D1-DA43-40D0-A6F8-AA97D4312394}" dt="2026-02-06T15:37:58.734" v="30" actId="478"/>
          <ac:picMkLst>
            <pc:docMk/>
            <pc:sldMk cId="4060469711" sldId="261"/>
            <ac:picMk id="2" creationId="{BED1B652-C573-0949-C37C-27327EDB36F4}"/>
          </ac:picMkLst>
        </pc:picChg>
        <pc:picChg chg="add mod">
          <ac:chgData name="22B01A0455 ." userId="ccd32090cf42221f" providerId="LiveId" clId="{71AA40D1-DA43-40D0-A6F8-AA97D4312394}" dt="2026-02-06T18:21:50.305" v="1343" actId="1440"/>
          <ac:picMkLst>
            <pc:docMk/>
            <pc:sldMk cId="4060469711" sldId="261"/>
            <ac:picMk id="3" creationId="{864CD1B2-0DB5-224E-CEAD-4942DCEDDBE3}"/>
          </ac:picMkLst>
        </pc:picChg>
      </pc:sldChg>
      <pc:sldChg chg="addSp delSp modSp add mod ord">
        <pc:chgData name="22B01A0455 ." userId="ccd32090cf42221f" providerId="LiveId" clId="{71AA40D1-DA43-40D0-A6F8-AA97D4312394}" dt="2026-02-06T18:15:03.339" v="1302" actId="1076"/>
        <pc:sldMkLst>
          <pc:docMk/>
          <pc:sldMk cId="3124589807" sldId="262"/>
        </pc:sldMkLst>
        <pc:spChg chg="add mod">
          <ac:chgData name="22B01A0455 ." userId="ccd32090cf42221f" providerId="LiveId" clId="{71AA40D1-DA43-40D0-A6F8-AA97D4312394}" dt="2026-02-06T18:05:02.557" v="1273" actId="255"/>
          <ac:spMkLst>
            <pc:docMk/>
            <pc:sldMk cId="3124589807" sldId="262"/>
            <ac:spMk id="4" creationId="{6B6DE04A-1227-8150-D0B3-ABFC1BC9C86A}"/>
          </ac:spMkLst>
        </pc:spChg>
        <pc:spChg chg="del">
          <ac:chgData name="22B01A0455 ." userId="ccd32090cf42221f" providerId="LiveId" clId="{71AA40D1-DA43-40D0-A6F8-AA97D4312394}" dt="2026-02-06T15:39:05.381" v="37" actId="478"/>
          <ac:spMkLst>
            <pc:docMk/>
            <pc:sldMk cId="3124589807" sldId="262"/>
            <ac:spMk id="5" creationId="{84781C60-BB95-B6E0-2E8E-D92FEC43546C}"/>
          </ac:spMkLst>
        </pc:spChg>
        <pc:spChg chg="add mod">
          <ac:chgData name="22B01A0455 ." userId="ccd32090cf42221f" providerId="LiveId" clId="{71AA40D1-DA43-40D0-A6F8-AA97D4312394}" dt="2026-02-06T18:14:51.360" v="1301" actId="1076"/>
          <ac:spMkLst>
            <pc:docMk/>
            <pc:sldMk cId="3124589807" sldId="262"/>
            <ac:spMk id="6" creationId="{B4E2F6EC-C77F-C3EF-33B0-EC66C5EE3C01}"/>
          </ac:spMkLst>
        </pc:spChg>
        <pc:spChg chg="add mod">
          <ac:chgData name="22B01A0455 ." userId="ccd32090cf42221f" providerId="LiveId" clId="{71AA40D1-DA43-40D0-A6F8-AA97D4312394}" dt="2026-02-06T18:15:03.339" v="1302" actId="1076"/>
          <ac:spMkLst>
            <pc:docMk/>
            <pc:sldMk cId="3124589807" sldId="262"/>
            <ac:spMk id="8" creationId="{7E48A277-1197-05E5-837D-850CE40ED44D}"/>
          </ac:spMkLst>
        </pc:spChg>
        <pc:graphicFrameChg chg="add mod modGraphic">
          <ac:chgData name="22B01A0455 ." userId="ccd32090cf42221f" providerId="LiveId" clId="{71AA40D1-DA43-40D0-A6F8-AA97D4312394}" dt="2026-02-06T18:04:18.848" v="1269" actId="12385"/>
          <ac:graphicFrameMkLst>
            <pc:docMk/>
            <pc:sldMk cId="3124589807" sldId="262"/>
            <ac:graphicFrameMk id="3" creationId="{60F74BAB-AEA4-2829-821E-CD432AC7FBF1}"/>
          </ac:graphicFrameMkLst>
        </pc:graphicFrameChg>
        <pc:picChg chg="del">
          <ac:chgData name="22B01A0455 ." userId="ccd32090cf42221f" providerId="LiveId" clId="{71AA40D1-DA43-40D0-A6F8-AA97D4312394}" dt="2026-02-06T15:39:05.381" v="37" actId="478"/>
          <ac:picMkLst>
            <pc:docMk/>
            <pc:sldMk cId="3124589807" sldId="262"/>
            <ac:picMk id="2" creationId="{453D4B3D-54D2-02F2-9551-E8BBCD8D1506}"/>
          </ac:picMkLst>
        </pc:picChg>
      </pc:sldChg>
      <pc:sldChg chg="addSp delSp modSp add mod ord">
        <pc:chgData name="22B01A0455 ." userId="ccd32090cf42221f" providerId="LiveId" clId="{71AA40D1-DA43-40D0-A6F8-AA97D4312394}" dt="2026-02-06T18:22:36.572" v="1347" actId="1076"/>
        <pc:sldMkLst>
          <pc:docMk/>
          <pc:sldMk cId="2430957234" sldId="263"/>
        </pc:sldMkLst>
        <pc:spChg chg="del">
          <ac:chgData name="22B01A0455 ." userId="ccd32090cf42221f" providerId="LiveId" clId="{71AA40D1-DA43-40D0-A6F8-AA97D4312394}" dt="2026-02-06T16:02:55.780" v="208" actId="478"/>
          <ac:spMkLst>
            <pc:docMk/>
            <pc:sldMk cId="2430957234" sldId="263"/>
            <ac:spMk id="4" creationId="{E75212E4-C224-52BB-E33D-D078547FB289}"/>
          </ac:spMkLst>
        </pc:spChg>
        <pc:spChg chg="add mod">
          <ac:chgData name="22B01A0455 ." userId="ccd32090cf42221f" providerId="LiveId" clId="{71AA40D1-DA43-40D0-A6F8-AA97D4312394}" dt="2026-02-06T17:38:30.839" v="1030" actId="1076"/>
          <ac:spMkLst>
            <pc:docMk/>
            <pc:sldMk cId="2430957234" sldId="263"/>
            <ac:spMk id="5" creationId="{B8B94F57-2553-B768-E15B-C7719F80B0CC}"/>
          </ac:spMkLst>
        </pc:spChg>
        <pc:spChg chg="del mod">
          <ac:chgData name="22B01A0455 ." userId="ccd32090cf42221f" providerId="LiveId" clId="{71AA40D1-DA43-40D0-A6F8-AA97D4312394}" dt="2026-02-06T16:02:54.083" v="207"/>
          <ac:spMkLst>
            <pc:docMk/>
            <pc:sldMk cId="2430957234" sldId="263"/>
            <ac:spMk id="6" creationId="{C1A059A4-A1C8-8C66-F11A-A83F09065487}"/>
          </ac:spMkLst>
        </pc:spChg>
        <pc:spChg chg="del">
          <ac:chgData name="22B01A0455 ." userId="ccd32090cf42221f" providerId="LiveId" clId="{71AA40D1-DA43-40D0-A6F8-AA97D4312394}" dt="2026-02-06T16:02:55.780" v="208" actId="478"/>
          <ac:spMkLst>
            <pc:docMk/>
            <pc:sldMk cId="2430957234" sldId="263"/>
            <ac:spMk id="8" creationId="{66F93DDB-EA8B-8E78-13FC-B602A3D0F8A8}"/>
          </ac:spMkLst>
        </pc:spChg>
        <pc:spChg chg="add del mod">
          <ac:chgData name="22B01A0455 ." userId="ccd32090cf42221f" providerId="LiveId" clId="{71AA40D1-DA43-40D0-A6F8-AA97D4312394}" dt="2026-02-06T18:13:30.109" v="1295" actId="1076"/>
          <ac:spMkLst>
            <pc:docMk/>
            <pc:sldMk cId="2430957234" sldId="263"/>
            <ac:spMk id="9" creationId="{AFFB28BA-99E3-2659-D63C-6D989E71082B}"/>
          </ac:spMkLst>
        </pc:spChg>
        <pc:spChg chg="add del mod">
          <ac:chgData name="22B01A0455 ." userId="ccd32090cf42221f" providerId="LiveId" clId="{71AA40D1-DA43-40D0-A6F8-AA97D4312394}" dt="2026-02-06T18:15:24.392" v="1303" actId="14100"/>
          <ac:spMkLst>
            <pc:docMk/>
            <pc:sldMk cId="2430957234" sldId="263"/>
            <ac:spMk id="11" creationId="{91AC2BA9-113A-79B2-81A8-9ED013153A2F}"/>
          </ac:spMkLst>
        </pc:spChg>
        <pc:spChg chg="add mod">
          <ac:chgData name="22B01A0455 ." userId="ccd32090cf42221f" providerId="LiveId" clId="{71AA40D1-DA43-40D0-A6F8-AA97D4312394}" dt="2026-02-06T18:11:07.352" v="1283" actId="1076"/>
          <ac:spMkLst>
            <pc:docMk/>
            <pc:sldMk cId="2430957234" sldId="263"/>
            <ac:spMk id="16" creationId="{B2C298F5-1D42-214B-BB23-90AEF1D82039}"/>
          </ac:spMkLst>
        </pc:spChg>
        <pc:spChg chg="add mod">
          <ac:chgData name="22B01A0455 ." userId="ccd32090cf42221f" providerId="LiveId" clId="{71AA40D1-DA43-40D0-A6F8-AA97D4312394}" dt="2026-02-06T18:11:36.483" v="1286" actId="17032"/>
          <ac:spMkLst>
            <pc:docMk/>
            <pc:sldMk cId="2430957234" sldId="263"/>
            <ac:spMk id="25" creationId="{42766310-A0C7-DE2F-013B-0CA55FF9D160}"/>
          </ac:spMkLst>
        </pc:spChg>
        <pc:spChg chg="add mod">
          <ac:chgData name="22B01A0455 ." userId="ccd32090cf42221f" providerId="LiveId" clId="{71AA40D1-DA43-40D0-A6F8-AA97D4312394}" dt="2026-02-06T17:38:23.008" v="1029" actId="14100"/>
          <ac:spMkLst>
            <pc:docMk/>
            <pc:sldMk cId="2430957234" sldId="263"/>
            <ac:spMk id="28" creationId="{4646B1C3-EFF4-9FB9-1248-9E6D1AC8826C}"/>
          </ac:spMkLst>
        </pc:spChg>
        <pc:spChg chg="add mod">
          <ac:chgData name="22B01A0455 ." userId="ccd32090cf42221f" providerId="LiveId" clId="{71AA40D1-DA43-40D0-A6F8-AA97D4312394}" dt="2026-02-06T18:22:36.572" v="1347" actId="1076"/>
          <ac:spMkLst>
            <pc:docMk/>
            <pc:sldMk cId="2430957234" sldId="263"/>
            <ac:spMk id="30" creationId="{8EC7EEBE-1CA8-0A67-C3DA-21427A860003}"/>
          </ac:spMkLst>
        </pc:spChg>
        <pc:spChg chg="add del mod">
          <ac:chgData name="22B01A0455 ." userId="ccd32090cf42221f" providerId="LiveId" clId="{71AA40D1-DA43-40D0-A6F8-AA97D4312394}" dt="2026-02-06T16:16:02.305" v="505" actId="478"/>
          <ac:spMkLst>
            <pc:docMk/>
            <pc:sldMk cId="2430957234" sldId="263"/>
            <ac:spMk id="32" creationId="{D9E726EA-6BAC-6B06-CD21-32FBB628C25C}"/>
          </ac:spMkLst>
        </pc:spChg>
        <pc:spChg chg="add mod">
          <ac:chgData name="22B01A0455 ." userId="ccd32090cf42221f" providerId="LiveId" clId="{71AA40D1-DA43-40D0-A6F8-AA97D4312394}" dt="2026-02-06T17:38:23.008" v="1029" actId="14100"/>
          <ac:spMkLst>
            <pc:docMk/>
            <pc:sldMk cId="2430957234" sldId="263"/>
            <ac:spMk id="33" creationId="{5D384D4E-0804-4369-65F7-434BF2ECD141}"/>
          </ac:spMkLst>
        </pc:spChg>
        <pc:spChg chg="add mod">
          <ac:chgData name="22B01A0455 ." userId="ccd32090cf42221f" providerId="LiveId" clId="{71AA40D1-DA43-40D0-A6F8-AA97D4312394}" dt="2026-02-06T17:38:23.008" v="1029" actId="14100"/>
          <ac:spMkLst>
            <pc:docMk/>
            <pc:sldMk cId="2430957234" sldId="263"/>
            <ac:spMk id="34" creationId="{3D2A4C11-F093-619A-0CF6-B7C5CEB7A238}"/>
          </ac:spMkLst>
        </pc:spChg>
        <pc:spChg chg="add mod">
          <ac:chgData name="22B01A0455 ." userId="ccd32090cf42221f" providerId="LiveId" clId="{71AA40D1-DA43-40D0-A6F8-AA97D4312394}" dt="2026-02-06T17:38:23.008" v="1029" actId="14100"/>
          <ac:spMkLst>
            <pc:docMk/>
            <pc:sldMk cId="2430957234" sldId="263"/>
            <ac:spMk id="35" creationId="{ABBCC4FC-F811-8C77-09AF-81E1B574FDE1}"/>
          </ac:spMkLst>
        </pc:spChg>
        <pc:spChg chg="add del mod">
          <ac:chgData name="22B01A0455 ." userId="ccd32090cf42221f" providerId="LiveId" clId="{71AA40D1-DA43-40D0-A6F8-AA97D4312394}" dt="2026-02-06T16:18:23.835" v="524" actId="478"/>
          <ac:spMkLst>
            <pc:docMk/>
            <pc:sldMk cId="2430957234" sldId="263"/>
            <ac:spMk id="39" creationId="{49AAE1E3-01C5-E6E9-CE82-32EBC00BBABA}"/>
          </ac:spMkLst>
        </pc:spChg>
        <pc:spChg chg="add del mod">
          <ac:chgData name="22B01A0455 ." userId="ccd32090cf42221f" providerId="LiveId" clId="{71AA40D1-DA43-40D0-A6F8-AA97D4312394}" dt="2026-02-06T16:17:46.919" v="519" actId="478"/>
          <ac:spMkLst>
            <pc:docMk/>
            <pc:sldMk cId="2430957234" sldId="263"/>
            <ac:spMk id="41" creationId="{6CD85182-FF0D-0A1E-3FD8-B3ACFC8972E6}"/>
          </ac:spMkLst>
        </pc:spChg>
        <pc:spChg chg="add del mod">
          <ac:chgData name="22B01A0455 ." userId="ccd32090cf42221f" providerId="LiveId" clId="{71AA40D1-DA43-40D0-A6F8-AA97D4312394}" dt="2026-02-06T16:17:59.343" v="521" actId="478"/>
          <ac:spMkLst>
            <pc:docMk/>
            <pc:sldMk cId="2430957234" sldId="263"/>
            <ac:spMk id="43" creationId="{6B79D840-2442-CECA-789C-D83EDBFC306A}"/>
          </ac:spMkLst>
        </pc:spChg>
        <pc:graphicFrameChg chg="del">
          <ac:chgData name="22B01A0455 ." userId="ccd32090cf42221f" providerId="LiveId" clId="{71AA40D1-DA43-40D0-A6F8-AA97D4312394}" dt="2026-02-06T16:02:55.780" v="208" actId="478"/>
          <ac:graphicFrameMkLst>
            <pc:docMk/>
            <pc:sldMk cId="2430957234" sldId="263"/>
            <ac:graphicFrameMk id="3" creationId="{7D417613-0A13-7354-3CDE-074E19E09172}"/>
          </ac:graphicFrameMkLst>
        </pc:graphicFrameChg>
        <pc:cxnChg chg="add mod">
          <ac:chgData name="22B01A0455 ." userId="ccd32090cf42221f" providerId="LiveId" clId="{71AA40D1-DA43-40D0-A6F8-AA97D4312394}" dt="2026-02-06T17:12:52.291" v="637" actId="14100"/>
          <ac:cxnSpMkLst>
            <pc:docMk/>
            <pc:sldMk cId="2430957234" sldId="263"/>
            <ac:cxnSpMk id="13" creationId="{7EDB90B0-F0D2-8764-EA65-46249A8EFE33}"/>
          </ac:cxnSpMkLst>
        </pc:cxnChg>
      </pc:sldChg>
      <pc:sldChg chg="addSp delSp modSp add mod ord">
        <pc:chgData name="22B01A0455 ." userId="ccd32090cf42221f" providerId="LiveId" clId="{71AA40D1-DA43-40D0-A6F8-AA97D4312394}" dt="2026-02-06T18:16:39.996" v="1311" actId="1440"/>
        <pc:sldMkLst>
          <pc:docMk/>
          <pc:sldMk cId="3841522948" sldId="264"/>
        </pc:sldMkLst>
        <pc:spChg chg="del">
          <ac:chgData name="22B01A0455 ." userId="ccd32090cf42221f" providerId="LiveId" clId="{71AA40D1-DA43-40D0-A6F8-AA97D4312394}" dt="2026-02-06T16:03:12.731" v="211" actId="478"/>
          <ac:spMkLst>
            <pc:docMk/>
            <pc:sldMk cId="3841522948" sldId="264"/>
            <ac:spMk id="4" creationId="{BCBC8F60-623A-65F7-A082-D815955C0FBF}"/>
          </ac:spMkLst>
        </pc:spChg>
        <pc:spChg chg="del">
          <ac:chgData name="22B01A0455 ." userId="ccd32090cf42221f" providerId="LiveId" clId="{71AA40D1-DA43-40D0-A6F8-AA97D4312394}" dt="2026-02-06T16:03:12.731" v="211" actId="478"/>
          <ac:spMkLst>
            <pc:docMk/>
            <pc:sldMk cId="3841522948" sldId="264"/>
            <ac:spMk id="6" creationId="{3D16940D-6607-0B94-071F-09127911EA73}"/>
          </ac:spMkLst>
        </pc:spChg>
        <pc:spChg chg="del">
          <ac:chgData name="22B01A0455 ." userId="ccd32090cf42221f" providerId="LiveId" clId="{71AA40D1-DA43-40D0-A6F8-AA97D4312394}" dt="2026-02-06T16:03:12.731" v="211" actId="478"/>
          <ac:spMkLst>
            <pc:docMk/>
            <pc:sldMk cId="3841522948" sldId="264"/>
            <ac:spMk id="8" creationId="{F3B6036D-FD0A-5EA1-6EAA-2856E7CB1261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25" creationId="{42766310-A0C7-DE2F-013B-0CA55FF9D160}"/>
          </ac:spMkLst>
        </pc:spChg>
        <pc:spChg chg="add del">
          <ac:chgData name="22B01A0455 ." userId="ccd32090cf42221f" providerId="LiveId" clId="{71AA40D1-DA43-40D0-A6F8-AA97D4312394}" dt="2026-02-06T16:06:32.276" v="231" actId="478"/>
          <ac:spMkLst>
            <pc:docMk/>
            <pc:sldMk cId="3841522948" sldId="264"/>
            <ac:spMk id="26" creationId="{92C5D28B-8D82-F057-8BC0-FD0F15F6BDF7}"/>
          </ac:spMkLst>
        </pc:spChg>
        <pc:spChg chg="add del mod">
          <ac:chgData name="22B01A0455 ." userId="ccd32090cf42221f" providerId="LiveId" clId="{71AA40D1-DA43-40D0-A6F8-AA97D4312394}" dt="2026-02-06T16:10:53.524" v="362" actId="478"/>
          <ac:spMkLst>
            <pc:docMk/>
            <pc:sldMk cId="3841522948" sldId="264"/>
            <ac:spMk id="27" creationId="{CC027AC4-F9CE-9DD4-2D52-63E0C4DBD91E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28" creationId="{4646B1C3-EFF4-9FB9-1248-9E6D1AC8826C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30" creationId="{8EC7EEBE-1CA8-0A67-C3DA-21427A860003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32" creationId="{D9E726EA-6BAC-6B06-CD21-32FBB628C25C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33" creationId="{5D384D4E-0804-4369-65F7-434BF2ECD141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34" creationId="{3D2A4C11-F093-619A-0CF6-B7C5CEB7A238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35" creationId="{ABBCC4FC-F811-8C77-09AF-81E1B574FDE1}"/>
          </ac:spMkLst>
        </pc:spChg>
        <pc:spChg chg="add del mod">
          <ac:chgData name="22B01A0455 ." userId="ccd32090cf42221f" providerId="LiveId" clId="{71AA40D1-DA43-40D0-A6F8-AA97D4312394}" dt="2026-02-06T16:09:26.079" v="279"/>
          <ac:spMkLst>
            <pc:docMk/>
            <pc:sldMk cId="3841522948" sldId="264"/>
            <ac:spMk id="37" creationId="{26A97226-DDA6-8A35-9EDC-4BE95B134B9C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39" creationId="{49AAE1E3-01C5-E6E9-CE82-32EBC00BBABA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41" creationId="{6CD85182-FF0D-0A1E-3FD8-B3ACFC8972E6}"/>
          </ac:spMkLst>
        </pc:spChg>
        <pc:spChg chg="add del mod">
          <ac:chgData name="22B01A0455 ." userId="ccd32090cf42221f" providerId="LiveId" clId="{71AA40D1-DA43-40D0-A6F8-AA97D4312394}" dt="2026-02-06T16:15:27.960" v="501" actId="21"/>
          <ac:spMkLst>
            <pc:docMk/>
            <pc:sldMk cId="3841522948" sldId="264"/>
            <ac:spMk id="43" creationId="{6B79D840-2442-CECA-789C-D83EDBFC306A}"/>
          </ac:spMkLst>
        </pc:spChg>
        <pc:spChg chg="add mod">
          <ac:chgData name="22B01A0455 ." userId="ccd32090cf42221f" providerId="LiveId" clId="{71AA40D1-DA43-40D0-A6F8-AA97D4312394}" dt="2026-02-06T17:05:08.034" v="566" actId="1076"/>
          <ac:spMkLst>
            <pc:docMk/>
            <pc:sldMk cId="3841522948" sldId="264"/>
            <ac:spMk id="45" creationId="{E19A7136-EDF3-1029-5747-735B45493E44}"/>
          </ac:spMkLst>
        </pc:spChg>
        <pc:graphicFrameChg chg="del">
          <ac:chgData name="22B01A0455 ." userId="ccd32090cf42221f" providerId="LiveId" clId="{71AA40D1-DA43-40D0-A6F8-AA97D4312394}" dt="2026-02-06T16:03:12.731" v="211" actId="478"/>
          <ac:graphicFrameMkLst>
            <pc:docMk/>
            <pc:sldMk cId="3841522948" sldId="264"/>
            <ac:graphicFrameMk id="3" creationId="{B28034BE-CC21-C72E-ABB8-0EDE6112D6EC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5" creationId="{8F6483A6-3E26-9472-1664-D762CCC423C9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9" creationId="{30C8FAB4-ED34-1A55-7339-D8D2CC4BDEE7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11" creationId="{40C25302-D833-1D27-A161-222370EF7AA0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13" creationId="{84625D8A-80BB-E8F8-D631-C856383A9778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15" creationId="{DAA1D1F1-F3FF-8DED-4F87-584B1792D3D4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17" creationId="{0847ACC6-470C-D7D5-68E8-B7FA13D00E62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19" creationId="{8680391A-4457-E5D4-AB02-ACC6C08D0242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21" creationId="{FB5D264A-3D0D-0737-492F-FBE92587F326}"/>
          </ac:graphicFrameMkLst>
        </pc:graphicFrameChg>
        <pc:graphicFrameChg chg="add del modGraphic">
          <ac:chgData name="22B01A0455 ." userId="ccd32090cf42221f" providerId="LiveId" clId="{71AA40D1-DA43-40D0-A6F8-AA97D4312394}" dt="2026-02-06T16:03:05.641" v="210" actId="27309"/>
          <ac:graphicFrameMkLst>
            <pc:docMk/>
            <pc:sldMk cId="3841522948" sldId="264"/>
            <ac:graphicFrameMk id="23" creationId="{412B37DD-D228-A130-776B-08E527E45087}"/>
          </ac:graphicFrameMkLst>
        </pc:graphicFrameChg>
        <pc:picChg chg="add del mod">
          <ac:chgData name="22B01A0455 ." userId="ccd32090cf42221f" providerId="LiveId" clId="{71AA40D1-DA43-40D0-A6F8-AA97D4312394}" dt="2026-02-06T17:06:00.695" v="570" actId="478"/>
          <ac:picMkLst>
            <pc:docMk/>
            <pc:sldMk cId="3841522948" sldId="264"/>
            <ac:picMk id="47" creationId="{5BF53BF3-A0E5-4147-4649-0AD4F5544AF2}"/>
          </ac:picMkLst>
        </pc:picChg>
        <pc:picChg chg="add mod">
          <ac:chgData name="22B01A0455 ." userId="ccd32090cf42221f" providerId="LiveId" clId="{71AA40D1-DA43-40D0-A6F8-AA97D4312394}" dt="2026-02-06T18:16:39.996" v="1311" actId="1440"/>
          <ac:picMkLst>
            <pc:docMk/>
            <pc:sldMk cId="3841522948" sldId="264"/>
            <ac:picMk id="49" creationId="{D17B7DDB-7767-7EDE-C566-2181AC4B5D31}"/>
          </ac:picMkLst>
        </pc:picChg>
      </pc:sldChg>
      <pc:sldChg chg="addSp modSp add mod ord">
        <pc:chgData name="22B01A0455 ." userId="ccd32090cf42221f" providerId="LiveId" clId="{71AA40D1-DA43-40D0-A6F8-AA97D4312394}" dt="2026-02-06T18:17:52.267" v="1321" actId="1076"/>
        <pc:sldMkLst>
          <pc:docMk/>
          <pc:sldMk cId="4169518360" sldId="265"/>
        </pc:sldMkLst>
        <pc:spChg chg="add mod">
          <ac:chgData name="22B01A0455 ." userId="ccd32090cf42221f" providerId="LiveId" clId="{71AA40D1-DA43-40D0-A6F8-AA97D4312394}" dt="2026-02-06T18:17:52.267" v="1321" actId="1076"/>
          <ac:spMkLst>
            <pc:docMk/>
            <pc:sldMk cId="4169518360" sldId="265"/>
            <ac:spMk id="3" creationId="{57F6EC7B-1E62-AD6A-5EDE-957310594167}"/>
          </ac:spMkLst>
        </pc:spChg>
        <pc:spChg chg="add mod">
          <ac:chgData name="22B01A0455 ." userId="ccd32090cf42221f" providerId="LiveId" clId="{71AA40D1-DA43-40D0-A6F8-AA97D4312394}" dt="2026-02-06T18:17:38.785" v="1319" actId="1076"/>
          <ac:spMkLst>
            <pc:docMk/>
            <pc:sldMk cId="4169518360" sldId="265"/>
            <ac:spMk id="5" creationId="{35A0D7E5-0F27-25FB-107C-026F3CA2801E}"/>
          </ac:spMkLst>
        </pc:spChg>
        <pc:spChg chg="add mod">
          <ac:chgData name="22B01A0455 ." userId="ccd32090cf42221f" providerId="LiveId" clId="{71AA40D1-DA43-40D0-A6F8-AA97D4312394}" dt="2026-02-06T18:17:13.092" v="1316" actId="13822"/>
          <ac:spMkLst>
            <pc:docMk/>
            <pc:sldMk cId="4169518360" sldId="265"/>
            <ac:spMk id="7" creationId="{8A97B705-B196-A70E-3E87-A38CFF7E926C}"/>
          </ac:spMkLst>
        </pc:spChg>
        <pc:cxnChg chg="add mod">
          <ac:chgData name="22B01A0455 ." userId="ccd32090cf42221f" providerId="LiveId" clId="{71AA40D1-DA43-40D0-A6F8-AA97D4312394}" dt="2026-02-06T18:17:45.132" v="1320" actId="1076"/>
          <ac:cxnSpMkLst>
            <pc:docMk/>
            <pc:sldMk cId="4169518360" sldId="265"/>
            <ac:cxnSpMk id="8" creationId="{1843AF10-36AA-B798-739F-4CBD21791E77}"/>
          </ac:cxnSpMkLst>
        </pc:cxnChg>
      </pc:sldChg>
      <pc:sldChg chg="addSp modSp add del mod ord">
        <pc:chgData name="22B01A0455 ." userId="ccd32090cf42221f" providerId="LiveId" clId="{71AA40D1-DA43-40D0-A6F8-AA97D4312394}" dt="2026-02-06T17:54:15.339" v="1216" actId="2696"/>
        <pc:sldMkLst>
          <pc:docMk/>
          <pc:sldMk cId="782301235" sldId="266"/>
        </pc:sldMkLst>
        <pc:spChg chg="add mod">
          <ac:chgData name="22B01A0455 ." userId="ccd32090cf42221f" providerId="LiveId" clId="{71AA40D1-DA43-40D0-A6F8-AA97D4312394}" dt="2026-02-06T17:54:03.292" v="1215" actId="14100"/>
          <ac:spMkLst>
            <pc:docMk/>
            <pc:sldMk cId="782301235" sldId="266"/>
            <ac:spMk id="3" creationId="{677EAD41-DE03-1D62-C217-517D3EA07B6D}"/>
          </ac:spMkLst>
        </pc:spChg>
      </pc:sldChg>
      <pc:sldChg chg="add del">
        <pc:chgData name="22B01A0455 ." userId="ccd32090cf42221f" providerId="LiveId" clId="{71AA40D1-DA43-40D0-A6F8-AA97D4312394}" dt="2026-02-06T17:55:14.191" v="1219" actId="47"/>
        <pc:sldMkLst>
          <pc:docMk/>
          <pc:sldMk cId="1826336120" sldId="267"/>
        </pc:sldMkLst>
      </pc:sldChg>
      <pc:sldChg chg="add del">
        <pc:chgData name="22B01A0455 ." userId="ccd32090cf42221f" providerId="LiveId" clId="{71AA40D1-DA43-40D0-A6F8-AA97D4312394}" dt="2026-02-06T17:55:13.448" v="1218" actId="47"/>
        <pc:sldMkLst>
          <pc:docMk/>
          <pc:sldMk cId="3676270817" sldId="268"/>
        </pc:sldMkLst>
      </pc:sldChg>
      <pc:sldChg chg="add del">
        <pc:chgData name="22B01A0455 ." userId="ccd32090cf42221f" providerId="LiveId" clId="{71AA40D1-DA43-40D0-A6F8-AA97D4312394}" dt="2026-02-06T17:55:12.604" v="1217" actId="47"/>
        <pc:sldMkLst>
          <pc:docMk/>
          <pc:sldMk cId="292027677" sldId="269"/>
        </pc:sldMkLst>
      </pc:sldChg>
      <pc:sldChg chg="addSp delSp modSp add mod ord">
        <pc:chgData name="22B01A0455 ." userId="ccd32090cf42221f" providerId="LiveId" clId="{71AA40D1-DA43-40D0-A6F8-AA97D4312394}" dt="2026-02-06T18:14:05.173" v="1298" actId="1076"/>
        <pc:sldMkLst>
          <pc:docMk/>
          <pc:sldMk cId="2288521781" sldId="270"/>
        </pc:sldMkLst>
        <pc:spChg chg="mod">
          <ac:chgData name="22B01A0455 ." userId="ccd32090cf42221f" providerId="LiveId" clId="{71AA40D1-DA43-40D0-A6F8-AA97D4312394}" dt="2026-02-06T17:25:44.941" v="867" actId="1076"/>
          <ac:spMkLst>
            <pc:docMk/>
            <pc:sldMk cId="2288521781" sldId="270"/>
            <ac:spMk id="5" creationId="{56E4B3B3-E4A6-A1FD-5E3B-B964184ECFE3}"/>
          </ac:spMkLst>
        </pc:spChg>
        <pc:spChg chg="mod">
          <ac:chgData name="22B01A0455 ." userId="ccd32090cf42221f" providerId="LiveId" clId="{71AA40D1-DA43-40D0-A6F8-AA97D4312394}" dt="2026-02-06T18:14:05.173" v="1298" actId="1076"/>
          <ac:spMkLst>
            <pc:docMk/>
            <pc:sldMk cId="2288521781" sldId="270"/>
            <ac:spMk id="9" creationId="{706F2469-5044-DE23-52C0-EB42733D79F8}"/>
          </ac:spMkLst>
        </pc:spChg>
        <pc:spChg chg="mod">
          <ac:chgData name="22B01A0455 ." userId="ccd32090cf42221f" providerId="LiveId" clId="{71AA40D1-DA43-40D0-A6F8-AA97D4312394}" dt="2026-02-06T18:13:52.729" v="1297" actId="14100"/>
          <ac:spMkLst>
            <pc:docMk/>
            <pc:sldMk cId="2288521781" sldId="270"/>
            <ac:spMk id="11" creationId="{7A46CC8B-39F0-CEA8-4C78-B782D9E00C85}"/>
          </ac:spMkLst>
        </pc:spChg>
        <pc:spChg chg="del">
          <ac:chgData name="22B01A0455 ." userId="ccd32090cf42221f" providerId="LiveId" clId="{71AA40D1-DA43-40D0-A6F8-AA97D4312394}" dt="2026-02-06T17:17:21.022" v="663" actId="478"/>
          <ac:spMkLst>
            <pc:docMk/>
            <pc:sldMk cId="2288521781" sldId="270"/>
            <ac:spMk id="28" creationId="{5B635154-1D15-309A-A430-7DB25DD2A236}"/>
          </ac:spMkLst>
        </pc:spChg>
        <pc:spChg chg="del mod">
          <ac:chgData name="22B01A0455 ." userId="ccd32090cf42221f" providerId="LiveId" clId="{71AA40D1-DA43-40D0-A6F8-AA97D4312394}" dt="2026-02-06T17:17:16.907" v="662"/>
          <ac:spMkLst>
            <pc:docMk/>
            <pc:sldMk cId="2288521781" sldId="270"/>
            <ac:spMk id="30" creationId="{121C108D-7477-60C5-3617-9D7835B24579}"/>
          </ac:spMkLst>
        </pc:spChg>
        <pc:spChg chg="del">
          <ac:chgData name="22B01A0455 ." userId="ccd32090cf42221f" providerId="LiveId" clId="{71AA40D1-DA43-40D0-A6F8-AA97D4312394}" dt="2026-02-06T17:17:21.022" v="663" actId="478"/>
          <ac:spMkLst>
            <pc:docMk/>
            <pc:sldMk cId="2288521781" sldId="270"/>
            <ac:spMk id="33" creationId="{7ADBC5C0-A632-18DE-E5A8-AF70E1C68C7C}"/>
          </ac:spMkLst>
        </pc:spChg>
        <pc:spChg chg="del">
          <ac:chgData name="22B01A0455 ." userId="ccd32090cf42221f" providerId="LiveId" clId="{71AA40D1-DA43-40D0-A6F8-AA97D4312394}" dt="2026-02-06T17:17:21.022" v="663" actId="478"/>
          <ac:spMkLst>
            <pc:docMk/>
            <pc:sldMk cId="2288521781" sldId="270"/>
            <ac:spMk id="34" creationId="{443ACFE3-C65F-3F4E-D854-54B5128FACA9}"/>
          </ac:spMkLst>
        </pc:spChg>
        <pc:spChg chg="del">
          <ac:chgData name="22B01A0455 ." userId="ccd32090cf42221f" providerId="LiveId" clId="{71AA40D1-DA43-40D0-A6F8-AA97D4312394}" dt="2026-02-06T17:17:21.022" v="663" actId="478"/>
          <ac:spMkLst>
            <pc:docMk/>
            <pc:sldMk cId="2288521781" sldId="270"/>
            <ac:spMk id="35" creationId="{27EB11D0-3CC3-5F2B-F1A8-3CDC5CC83423}"/>
          </ac:spMkLst>
        </pc:spChg>
        <pc:graphicFrameChg chg="add mod modGraphic">
          <ac:chgData name="22B01A0455 ." userId="ccd32090cf42221f" providerId="LiveId" clId="{71AA40D1-DA43-40D0-A6F8-AA97D4312394}" dt="2026-02-06T17:26:37.132" v="872" actId="14100"/>
          <ac:graphicFrameMkLst>
            <pc:docMk/>
            <pc:sldMk cId="2288521781" sldId="270"/>
            <ac:graphicFrameMk id="2" creationId="{09A1B72C-128A-9C73-C9DC-BDC1CD1ADDAD}"/>
          </ac:graphicFrameMkLst>
        </pc:graphicFrameChg>
        <pc:cxnChg chg="mod">
          <ac:chgData name="22B01A0455 ." userId="ccd32090cf42221f" providerId="LiveId" clId="{71AA40D1-DA43-40D0-A6F8-AA97D4312394}" dt="2026-02-06T17:26:09.451" v="869" actId="1076"/>
          <ac:cxnSpMkLst>
            <pc:docMk/>
            <pc:sldMk cId="2288521781" sldId="270"/>
            <ac:cxnSpMk id="13" creationId="{AC250A11-05C0-F55B-A3DF-4D109CAA5AF4}"/>
          </ac:cxnSpMkLst>
        </pc:cxnChg>
      </pc:sldChg>
      <pc:sldChg chg="addSp delSp modSp add mod">
        <pc:chgData name="22B01A0455 ." userId="ccd32090cf42221f" providerId="LiveId" clId="{71AA40D1-DA43-40D0-A6F8-AA97D4312394}" dt="2026-02-06T18:20:02.279" v="1330" actId="1440"/>
        <pc:sldMkLst>
          <pc:docMk/>
          <pc:sldMk cId="3165427186" sldId="271"/>
        </pc:sldMkLst>
        <pc:spChg chg="add del mod">
          <ac:chgData name="22B01A0455 ." userId="ccd32090cf42221f" providerId="LiveId" clId="{71AA40D1-DA43-40D0-A6F8-AA97D4312394}" dt="2026-02-06T18:01:44.883" v="1253" actId="47"/>
          <ac:spMkLst>
            <pc:docMk/>
            <pc:sldMk cId="3165427186" sldId="271"/>
            <ac:spMk id="3" creationId="{1C63DDF3-2E3E-1B14-544E-505BF98C21C8}"/>
          </ac:spMkLst>
        </pc:spChg>
        <pc:picChg chg="add del">
          <ac:chgData name="22B01A0455 ." userId="ccd32090cf42221f" providerId="LiveId" clId="{71AA40D1-DA43-40D0-A6F8-AA97D4312394}" dt="2026-02-06T18:01:12.297" v="1239" actId="22"/>
          <ac:picMkLst>
            <pc:docMk/>
            <pc:sldMk cId="3165427186" sldId="271"/>
            <ac:picMk id="4" creationId="{4B8D36BB-21B8-6708-242C-799FA33B6EB8}"/>
          </ac:picMkLst>
        </pc:picChg>
        <pc:picChg chg="add del mod">
          <ac:chgData name="22B01A0455 ." userId="ccd32090cf42221f" providerId="LiveId" clId="{71AA40D1-DA43-40D0-A6F8-AA97D4312394}" dt="2026-02-06T18:01:48.615" v="1255" actId="478"/>
          <ac:picMkLst>
            <pc:docMk/>
            <pc:sldMk cId="3165427186" sldId="271"/>
            <ac:picMk id="6" creationId="{A4610FFB-79BF-F6BC-8193-C56561C0156D}"/>
          </ac:picMkLst>
        </pc:picChg>
        <pc:picChg chg="add mod">
          <ac:chgData name="22B01A0455 ." userId="ccd32090cf42221f" providerId="LiveId" clId="{71AA40D1-DA43-40D0-A6F8-AA97D4312394}" dt="2026-02-06T18:20:02.279" v="1330" actId="1440"/>
          <ac:picMkLst>
            <pc:docMk/>
            <pc:sldMk cId="3165427186" sldId="271"/>
            <ac:picMk id="8" creationId="{16ABFCD1-BCF4-4C28-4B3E-FE8703D225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60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4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7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896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56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26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15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47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22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567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2374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64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528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617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34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5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95A8165-BF21-47E1-AA5D-A465A2E2EB14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94C2BF-0C9C-4F41-B087-01E190A6F2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1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  <p:sldLayoutId id="2147484002" r:id="rId13"/>
    <p:sldLayoutId id="2147484003" r:id="rId14"/>
    <p:sldLayoutId id="2147484004" r:id="rId15"/>
    <p:sldLayoutId id="2147484005" r:id="rId16"/>
    <p:sldLayoutId id="21474840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46E1D4-2F49-DB05-B5EA-EC789BCD2246}"/>
              </a:ext>
            </a:extLst>
          </p:cNvPr>
          <p:cNvSpPr txBox="1"/>
          <p:nvPr/>
        </p:nvSpPr>
        <p:spPr>
          <a:xfrm>
            <a:off x="1899555" y="787673"/>
            <a:ext cx="8588829" cy="186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5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AQUAGUARD – Aquaculture Smart Monitoring System</a:t>
            </a:r>
            <a:endParaRPr lang="en-IN" sz="5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CBEFB-91CF-14A2-6085-B9C915596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53" y="2982686"/>
            <a:ext cx="4772494" cy="26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49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F798-2AFC-BE05-C2A3-22776C67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462F2C-661F-B8C3-4AF9-CD2DDD1F1F6F}"/>
              </a:ext>
            </a:extLst>
          </p:cNvPr>
          <p:cNvSpPr txBox="1"/>
          <p:nvPr/>
        </p:nvSpPr>
        <p:spPr>
          <a:xfrm>
            <a:off x="1894114" y="938318"/>
            <a:ext cx="8403771" cy="49813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Title: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Aqua Guard – IoT Based Water Quality Monitoring for Shrimp Farming.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Scenario: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 water quality parameters in shrimp ponds and trigger alerts when conditions become unsafe.</a:t>
            </a:r>
          </a:p>
        </p:txBody>
      </p:sp>
    </p:spTree>
    <p:extLst>
      <p:ext uri="{BB962C8B-B14F-4D97-AF65-F5344CB8AC3E}">
        <p14:creationId xmlns:p14="http://schemas.microsoft.com/office/powerpoint/2010/main" val="6168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576A-2706-F334-8409-B959857D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01472D-A8E4-F3D7-91DA-2FBD3A18D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75" y="919183"/>
            <a:ext cx="8945649" cy="501963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3CCD4A-B84C-8355-3548-30AF20AD0DAA}"/>
              </a:ext>
            </a:extLst>
          </p:cNvPr>
          <p:cNvSpPr txBox="1"/>
          <p:nvPr/>
        </p:nvSpPr>
        <p:spPr>
          <a:xfrm>
            <a:off x="3048000" y="197545"/>
            <a:ext cx="6096000" cy="64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Sensors List:</a:t>
            </a:r>
            <a:endParaRPr lang="en-IN" sz="3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44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1C1F-FD27-1F89-4322-CA568D7A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4CD1B2-0DB5-224E-CEAD-4942DCEDD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16" y="810462"/>
            <a:ext cx="9327768" cy="5237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60469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2EA59-F4D8-B7BD-1E48-97E275B9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74BAB-AEA4-2829-821E-CD432AC7F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12254"/>
              </p:ext>
            </p:extLst>
          </p:nvPr>
        </p:nvGraphicFramePr>
        <p:xfrm>
          <a:off x="2579914" y="812678"/>
          <a:ext cx="7095262" cy="3947272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2193548">
                  <a:extLst>
                    <a:ext uri="{9D8B030D-6E8A-4147-A177-3AD203B41FA5}">
                      <a16:colId xmlns:a16="http://schemas.microsoft.com/office/drawing/2014/main" val="1576004304"/>
                    </a:ext>
                  </a:extLst>
                </a:gridCol>
                <a:gridCol w="2450449">
                  <a:extLst>
                    <a:ext uri="{9D8B030D-6E8A-4147-A177-3AD203B41FA5}">
                      <a16:colId xmlns:a16="http://schemas.microsoft.com/office/drawing/2014/main" val="197252268"/>
                    </a:ext>
                  </a:extLst>
                </a:gridCol>
                <a:gridCol w="2451265">
                  <a:extLst>
                    <a:ext uri="{9D8B030D-6E8A-4147-A177-3AD203B41FA5}">
                      <a16:colId xmlns:a16="http://schemas.microsoft.com/office/drawing/2014/main" val="680037968"/>
                    </a:ext>
                  </a:extLst>
                </a:gridCol>
              </a:tblGrid>
              <a:tr h="4192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Sensor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Parameter Monitored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Reason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222438624"/>
                  </a:ext>
                </a:extLst>
              </a:tr>
              <a:tr h="9105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pH Sensor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Acidity/Alkalinity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Shrimp require stable pH (7.5 – 8.5) for healthy growth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1571623191"/>
                  </a:ext>
                </a:extLst>
              </a:tr>
              <a:tr h="9105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Temperature Sensor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Water Temperature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Impacts shrimp metabolism and dissolved oxygen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820134755"/>
                  </a:ext>
                </a:extLst>
              </a:tr>
              <a:tr h="6301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TDS Sensor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Total Dissolved Solids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Indicated salinity and mineral concentration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3225034099"/>
                  </a:ext>
                </a:extLst>
              </a:tr>
              <a:tr h="9105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</a:rPr>
                        <a:t>Turbidity Sensor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Water Quality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High turbidity indicates waste buildup and poor quality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92" marR="57992" marT="0" marB="0"/>
                </a:tc>
                <a:extLst>
                  <a:ext uri="{0D108BD9-81ED-4DB2-BD59-A6C34878D82A}">
                    <a16:rowId xmlns:a16="http://schemas.microsoft.com/office/drawing/2014/main" val="21083848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6DE04A-1227-8150-D0B3-ABFC1BC9C86A}"/>
              </a:ext>
            </a:extLst>
          </p:cNvPr>
          <p:cNvSpPr txBox="1"/>
          <p:nvPr/>
        </p:nvSpPr>
        <p:spPr>
          <a:xfrm>
            <a:off x="2191219" y="4759950"/>
            <a:ext cx="7935684" cy="62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400" b="1" dirty="0">
                <a:effectLst/>
              </a:rPr>
              <a:t>Justification</a:t>
            </a:r>
            <a:endParaRPr lang="en-IN" sz="3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2F6EC-C77F-C3EF-33B0-EC66C5EE3C01}"/>
              </a:ext>
            </a:extLst>
          </p:cNvPr>
          <p:cNvSpPr txBox="1"/>
          <p:nvPr/>
        </p:nvSpPr>
        <p:spPr>
          <a:xfrm>
            <a:off x="2128158" y="4951399"/>
            <a:ext cx="7935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algn="ctr"/>
            <a:r>
              <a:rPr lang="en-IN" dirty="0"/>
              <a:t>These sensors monitor the most critical environmental conditions that affect shrimp survival, growth rate, and disease prevention. Continuous monitoring helps farmers take preventive action before water conditions become harmful.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8A277-1197-05E5-837D-850CE40ED44D}"/>
              </a:ext>
            </a:extLst>
          </p:cNvPr>
          <p:cNvSpPr txBox="1"/>
          <p:nvPr/>
        </p:nvSpPr>
        <p:spPr>
          <a:xfrm>
            <a:off x="3481175" y="186032"/>
            <a:ext cx="5355771" cy="626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400" b="1" dirty="0">
                <a:effectLst/>
              </a:rPr>
              <a:t> Sensor Selection List</a:t>
            </a:r>
            <a:endParaRPr lang="en-IN" sz="3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589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7ABA-13F5-6666-79EF-584D7E5A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B94F57-2553-B768-E15B-C7719F80B0CC}"/>
              </a:ext>
            </a:extLst>
          </p:cNvPr>
          <p:cNvSpPr txBox="1"/>
          <p:nvPr/>
        </p:nvSpPr>
        <p:spPr>
          <a:xfrm>
            <a:off x="-217718" y="446544"/>
            <a:ext cx="6096000" cy="72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</a:rPr>
              <a:t>Data Flow</a:t>
            </a:r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766310-A0C7-DE2F-013B-0CA55FF9D160}"/>
              </a:ext>
            </a:extLst>
          </p:cNvPr>
          <p:cNvSpPr txBox="1"/>
          <p:nvPr/>
        </p:nvSpPr>
        <p:spPr>
          <a:xfrm>
            <a:off x="0" y="33344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4646B1C3-EFF4-9FB9-1248-9E6D1AC8826C}"/>
              </a:ext>
            </a:extLst>
          </p:cNvPr>
          <p:cNvSpPr/>
          <p:nvPr/>
        </p:nvSpPr>
        <p:spPr>
          <a:xfrm>
            <a:off x="2547257" y="1778076"/>
            <a:ext cx="283029" cy="3403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50000"/>
              </a:lnSpc>
            </a:pPr>
            <a:endParaRPr lang="en-IN" sz="25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C7EEBE-1CA8-0A67-C3DA-21427A860003}"/>
              </a:ext>
            </a:extLst>
          </p:cNvPr>
          <p:cNvSpPr txBox="1"/>
          <p:nvPr/>
        </p:nvSpPr>
        <p:spPr>
          <a:xfrm>
            <a:off x="1153879" y="1386221"/>
            <a:ext cx="3069771" cy="461664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2500" dirty="0"/>
              <a:t>Sensors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500" dirty="0"/>
              <a:t>ESP32(Gateway)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500" dirty="0"/>
              <a:t>Adafruit IO Cloud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500" dirty="0"/>
              <a:t>IFTTT Alerts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500" dirty="0"/>
              <a:t> Alert Notification To Farmer 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5D384D4E-0804-4369-65F7-434BF2ECD141}"/>
              </a:ext>
            </a:extLst>
          </p:cNvPr>
          <p:cNvSpPr/>
          <p:nvPr/>
        </p:nvSpPr>
        <p:spPr>
          <a:xfrm>
            <a:off x="2547253" y="4611094"/>
            <a:ext cx="283029" cy="340364"/>
          </a:xfrm>
          <a:prstGeom prst="downArrow">
            <a:avLst>
              <a:gd name="adj1" fmla="val 50000"/>
              <a:gd name="adj2" fmla="val 346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endParaRPr lang="en-IN" sz="25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3D2A4C11-F093-619A-0CF6-B7C5CEB7A238}"/>
              </a:ext>
            </a:extLst>
          </p:cNvPr>
          <p:cNvSpPr/>
          <p:nvPr/>
        </p:nvSpPr>
        <p:spPr>
          <a:xfrm>
            <a:off x="2547254" y="3694546"/>
            <a:ext cx="283029" cy="3403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endParaRPr lang="en-IN" sz="250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ABBCC4FC-F811-8C77-09AF-81E1B574FDE1}"/>
              </a:ext>
            </a:extLst>
          </p:cNvPr>
          <p:cNvSpPr/>
          <p:nvPr/>
        </p:nvSpPr>
        <p:spPr>
          <a:xfrm>
            <a:off x="2547255" y="2804401"/>
            <a:ext cx="283029" cy="3403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endParaRPr lang="en-IN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B28BA-99E3-2659-D63C-6D989E71082B}"/>
              </a:ext>
            </a:extLst>
          </p:cNvPr>
          <p:cNvSpPr txBox="1"/>
          <p:nvPr/>
        </p:nvSpPr>
        <p:spPr>
          <a:xfrm>
            <a:off x="5285012" y="446544"/>
            <a:ext cx="6096000" cy="72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</a:rPr>
              <a:t>Overview</a:t>
            </a:r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2BA9-113A-79B2-81A8-9ED013153A2F}"/>
              </a:ext>
            </a:extLst>
          </p:cNvPr>
          <p:cNvSpPr txBox="1"/>
          <p:nvPr/>
        </p:nvSpPr>
        <p:spPr>
          <a:xfrm>
            <a:off x="5617024" y="1155389"/>
            <a:ext cx="5529396" cy="50783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b="1" dirty="0"/>
              <a:t>Step 1 – Sensor Layer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Water quality sensors placed inside the shrimp pond continuously measure: pH level, Temperature, TDS (salinity level), Turbidity (water clarity)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These sensors provide </a:t>
            </a:r>
            <a:r>
              <a:rPr lang="en-IN" dirty="0" err="1"/>
              <a:t>analog</a:t>
            </a:r>
            <a:r>
              <a:rPr lang="en-IN" dirty="0"/>
              <a:t> signals to the ESP32.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Step 2 – Gateway Layer (ESP32)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The ESP32 microcontroller acts as an IoT Gateway.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/>
              <a:t>Functions performed:</a:t>
            </a:r>
          </a:p>
          <a:p>
            <a:pPr algn="just"/>
            <a:r>
              <a:rPr lang="en-IN" dirty="0"/>
              <a:t>• Reads sensor values using ADC pins</a:t>
            </a:r>
          </a:p>
          <a:p>
            <a:pPr algn="just"/>
            <a:r>
              <a:rPr lang="en-IN" dirty="0"/>
              <a:t>• Converts raw readings into real-world units</a:t>
            </a:r>
          </a:p>
          <a:p>
            <a:pPr algn="just"/>
            <a:r>
              <a:rPr lang="en-IN" dirty="0"/>
              <a:t>• Performs basic validation of data</a:t>
            </a:r>
          </a:p>
          <a:p>
            <a:pPr algn="just"/>
            <a:r>
              <a:rPr lang="en-IN" dirty="0"/>
              <a:t>• Connects to Wi-Fi network &amp; Sends data to cloud feeds 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Step 3 – Cloud Layer (Adafruit IO)</a:t>
            </a: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Each sensor has a dedicated feed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Adafruit IO stores data and displays it on a dashboard with graphs and gauges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DB90B0-F0D2-8764-EA65-46249A8EFE33}"/>
              </a:ext>
            </a:extLst>
          </p:cNvPr>
          <p:cNvCxnSpPr>
            <a:cxnSpLocks/>
          </p:cNvCxnSpPr>
          <p:nvPr/>
        </p:nvCxnSpPr>
        <p:spPr>
          <a:xfrm>
            <a:off x="4953000" y="87086"/>
            <a:ext cx="54426" cy="66729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2C298F5-1D42-214B-BB23-90AEF1D82039}"/>
              </a:ext>
            </a:extLst>
          </p:cNvPr>
          <p:cNvSpPr/>
          <p:nvPr/>
        </p:nvSpPr>
        <p:spPr>
          <a:xfrm>
            <a:off x="2547251" y="1795532"/>
            <a:ext cx="283029" cy="3403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43095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B01D-9E0A-B314-DF60-8388D9C6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E4B3B3-E4A6-A1FD-5E3B-B964184ECFE3}"/>
              </a:ext>
            </a:extLst>
          </p:cNvPr>
          <p:cNvSpPr txBox="1"/>
          <p:nvPr/>
        </p:nvSpPr>
        <p:spPr>
          <a:xfrm>
            <a:off x="-538842" y="680767"/>
            <a:ext cx="6096000" cy="72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/>
              <a:t>Alert Logic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12999E-0797-90D9-E6E0-24705AC77552}"/>
              </a:ext>
            </a:extLst>
          </p:cNvPr>
          <p:cNvSpPr txBox="1"/>
          <p:nvPr/>
        </p:nvSpPr>
        <p:spPr>
          <a:xfrm>
            <a:off x="0" y="33344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6F2469-5044-DE23-52C0-EB42733D79F8}"/>
              </a:ext>
            </a:extLst>
          </p:cNvPr>
          <p:cNvSpPr txBox="1"/>
          <p:nvPr/>
        </p:nvSpPr>
        <p:spPr>
          <a:xfrm>
            <a:off x="5453742" y="680766"/>
            <a:ext cx="6096000" cy="72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Working</a:t>
            </a:r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6CC8B-39F0-CEA8-4C78-B782D9E00C85}"/>
              </a:ext>
            </a:extLst>
          </p:cNvPr>
          <p:cNvSpPr txBox="1"/>
          <p:nvPr/>
        </p:nvSpPr>
        <p:spPr>
          <a:xfrm>
            <a:off x="5758535" y="1876696"/>
            <a:ext cx="5791207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IN" sz="3000" dirty="0"/>
              <a:t>ESP32 sends sensor data to Adafruit IO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IN" sz="3000" dirty="0"/>
              <a:t>IFTTT monitors Adafruit IO feeds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IN" sz="3000" dirty="0"/>
              <a:t>When a value crosses a threshold: IFTTT sends mobile notification / email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IN" sz="3000" dirty="0"/>
              <a:t>Farmer receives real-time alert to take corrective action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250A11-05C0-F55B-A3DF-4D109CAA5AF4}"/>
              </a:ext>
            </a:extLst>
          </p:cNvPr>
          <p:cNvCxnSpPr>
            <a:cxnSpLocks/>
          </p:cNvCxnSpPr>
          <p:nvPr/>
        </p:nvCxnSpPr>
        <p:spPr>
          <a:xfrm>
            <a:off x="5312228" y="92528"/>
            <a:ext cx="54426" cy="66729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A1B72C-128A-9C73-C9DC-BDC1CD1AD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926792"/>
              </p:ext>
            </p:extLst>
          </p:nvPr>
        </p:nvGraphicFramePr>
        <p:xfrm>
          <a:off x="468083" y="1876696"/>
          <a:ext cx="4452264" cy="4284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088">
                  <a:extLst>
                    <a:ext uri="{9D8B030D-6E8A-4147-A177-3AD203B41FA5}">
                      <a16:colId xmlns:a16="http://schemas.microsoft.com/office/drawing/2014/main" val="593663162"/>
                    </a:ext>
                  </a:extLst>
                </a:gridCol>
                <a:gridCol w="1484088">
                  <a:extLst>
                    <a:ext uri="{9D8B030D-6E8A-4147-A177-3AD203B41FA5}">
                      <a16:colId xmlns:a16="http://schemas.microsoft.com/office/drawing/2014/main" val="3460424506"/>
                    </a:ext>
                  </a:extLst>
                </a:gridCol>
                <a:gridCol w="1484088">
                  <a:extLst>
                    <a:ext uri="{9D8B030D-6E8A-4147-A177-3AD203B41FA5}">
                      <a16:colId xmlns:a16="http://schemas.microsoft.com/office/drawing/2014/main" val="1929688464"/>
                    </a:ext>
                  </a:extLst>
                </a:gridCol>
              </a:tblGrid>
              <a:tr h="6816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Safe Range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Alert Condition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512041"/>
                  </a:ext>
                </a:extLst>
              </a:tr>
              <a:tr h="681644">
                <a:tc>
                  <a:txBody>
                    <a:bodyPr/>
                    <a:lstStyle/>
                    <a:p>
                      <a:r>
                        <a:rPr lang="en-US" dirty="0"/>
                        <a:t>pH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7.5 – 8.5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Outside Range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33741"/>
                  </a:ext>
                </a:extLst>
              </a:tr>
              <a:tr h="973777">
                <a:tc>
                  <a:txBody>
                    <a:bodyPr/>
                    <a:lstStyle/>
                    <a:p>
                      <a:r>
                        <a:rPr lang="en-US" dirty="0"/>
                        <a:t>Temperature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 – 32 °C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Outside Range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460707"/>
                  </a:ext>
                </a:extLst>
              </a:tr>
              <a:tr h="973777">
                <a:tc>
                  <a:txBody>
                    <a:bodyPr/>
                    <a:lstStyle/>
                    <a:p>
                      <a:r>
                        <a:rPr lang="en-US" dirty="0"/>
                        <a:t>TDS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300-800 ppm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Outside Range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959316"/>
                  </a:ext>
                </a:extLst>
              </a:tr>
              <a:tr h="973777">
                <a:tc>
                  <a:txBody>
                    <a:bodyPr/>
                    <a:lstStyle/>
                    <a:p>
                      <a:r>
                        <a:rPr lang="en-US" dirty="0"/>
                        <a:t>Turbidity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&lt;20 NTU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Above Range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175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521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F09C2-3A38-C95B-0D06-45CE107D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E19A7136-EDF3-1029-5747-735B45493E44}"/>
              </a:ext>
            </a:extLst>
          </p:cNvPr>
          <p:cNvSpPr txBox="1"/>
          <p:nvPr/>
        </p:nvSpPr>
        <p:spPr>
          <a:xfrm>
            <a:off x="2819400" y="182531"/>
            <a:ext cx="6096000" cy="72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loud Dashboard</a:t>
            </a:r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17B7DDB-7767-7EDE-C566-2181AC4B5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515" y="1053906"/>
            <a:ext cx="8763896" cy="49296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4152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262B-0859-399E-D091-F3AF58EF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F6EC7B-1E62-AD6A-5EDE-957310594167}"/>
              </a:ext>
            </a:extLst>
          </p:cNvPr>
          <p:cNvSpPr txBox="1"/>
          <p:nvPr/>
        </p:nvSpPr>
        <p:spPr>
          <a:xfrm>
            <a:off x="3048000" y="584648"/>
            <a:ext cx="609600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JSON Output</a:t>
            </a:r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0D7E5-0F27-25FB-107C-026F3CA2801E}"/>
              </a:ext>
            </a:extLst>
          </p:cNvPr>
          <p:cNvSpPr txBox="1"/>
          <p:nvPr/>
        </p:nvSpPr>
        <p:spPr>
          <a:xfrm>
            <a:off x="316379" y="1765964"/>
            <a:ext cx="5120557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000" dirty="0"/>
              <a:t>{</a:t>
            </a:r>
          </a:p>
          <a:p>
            <a:r>
              <a:rPr lang="en-IN" sz="3000" dirty="0"/>
              <a:t>  "</a:t>
            </a:r>
            <a:r>
              <a:rPr lang="en-IN" sz="3000" dirty="0" err="1"/>
              <a:t>device_id</a:t>
            </a:r>
            <a:r>
              <a:rPr lang="en-IN" sz="3000" dirty="0"/>
              <a:t>": "AquaGuard_01",</a:t>
            </a:r>
          </a:p>
          <a:p>
            <a:r>
              <a:rPr lang="en-IN" sz="3000" dirty="0"/>
              <a:t>  "temperature": 29.6,</a:t>
            </a:r>
          </a:p>
          <a:p>
            <a:r>
              <a:rPr lang="en-IN" sz="3000" dirty="0"/>
              <a:t>  "</a:t>
            </a:r>
            <a:r>
              <a:rPr lang="en-IN" sz="3000" dirty="0" err="1"/>
              <a:t>ph</a:t>
            </a:r>
            <a:r>
              <a:rPr lang="en-IN" sz="3000" dirty="0"/>
              <a:t>": 7.9,</a:t>
            </a:r>
          </a:p>
          <a:p>
            <a:r>
              <a:rPr lang="en-IN" sz="3000" dirty="0"/>
              <a:t>  "</a:t>
            </a:r>
            <a:r>
              <a:rPr lang="en-IN" sz="3000" dirty="0" err="1"/>
              <a:t>tds</a:t>
            </a:r>
            <a:r>
              <a:rPr lang="en-IN" sz="3000" dirty="0"/>
              <a:t>": 520,</a:t>
            </a:r>
          </a:p>
          <a:p>
            <a:r>
              <a:rPr lang="en-IN" sz="3000" dirty="0"/>
              <a:t>  "turbidity": 14,</a:t>
            </a:r>
          </a:p>
          <a:p>
            <a:r>
              <a:rPr lang="en-IN" sz="3000" dirty="0"/>
              <a:t>  "status": "</a:t>
            </a:r>
            <a:r>
              <a:rPr lang="en-IN" sz="3000" b="1" dirty="0"/>
              <a:t>SAFE</a:t>
            </a:r>
            <a:r>
              <a:rPr lang="en-IN" sz="3000" dirty="0"/>
              <a:t>"</a:t>
            </a:r>
          </a:p>
          <a:p>
            <a:r>
              <a:rPr lang="en-IN" sz="30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7B705-B196-A70E-3E87-A38CFF7E926C}"/>
              </a:ext>
            </a:extLst>
          </p:cNvPr>
          <p:cNvSpPr txBox="1"/>
          <p:nvPr/>
        </p:nvSpPr>
        <p:spPr>
          <a:xfrm>
            <a:off x="6716486" y="1719665"/>
            <a:ext cx="5159135" cy="378565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000" dirty="0"/>
              <a:t>{</a:t>
            </a:r>
          </a:p>
          <a:p>
            <a:r>
              <a:rPr lang="en-IN" sz="3000" dirty="0"/>
              <a:t>  "</a:t>
            </a:r>
            <a:r>
              <a:rPr lang="en-IN" sz="3000" dirty="0" err="1"/>
              <a:t>device_id</a:t>
            </a:r>
            <a:r>
              <a:rPr lang="en-IN" sz="3000" dirty="0"/>
              <a:t>": "AquaGuard_01",</a:t>
            </a:r>
          </a:p>
          <a:p>
            <a:r>
              <a:rPr lang="en-IN" sz="3000" dirty="0"/>
              <a:t>  "temperature": 33.2,</a:t>
            </a:r>
          </a:p>
          <a:p>
            <a:r>
              <a:rPr lang="en-IN" sz="3000" dirty="0"/>
              <a:t>  "</a:t>
            </a:r>
            <a:r>
              <a:rPr lang="en-IN" sz="3000" dirty="0" err="1"/>
              <a:t>ph</a:t>
            </a:r>
            <a:r>
              <a:rPr lang="en-IN" sz="3000" dirty="0"/>
              <a:t>": 6.9,</a:t>
            </a:r>
          </a:p>
          <a:p>
            <a:r>
              <a:rPr lang="en-IN" sz="3000" dirty="0"/>
              <a:t>  "</a:t>
            </a:r>
            <a:r>
              <a:rPr lang="en-IN" sz="3000" dirty="0" err="1"/>
              <a:t>tds</a:t>
            </a:r>
            <a:r>
              <a:rPr lang="en-IN" sz="3000" dirty="0"/>
              <a:t>": 920,</a:t>
            </a:r>
          </a:p>
          <a:p>
            <a:r>
              <a:rPr lang="en-IN" sz="3000" dirty="0"/>
              <a:t>  "turbidity": 26,</a:t>
            </a:r>
          </a:p>
          <a:p>
            <a:r>
              <a:rPr lang="en-IN" sz="3000" dirty="0"/>
              <a:t>  "status": "</a:t>
            </a:r>
            <a:r>
              <a:rPr lang="en-IN" sz="3000" b="1" dirty="0"/>
              <a:t>ALERT</a:t>
            </a:r>
            <a:r>
              <a:rPr lang="en-IN" sz="3000" dirty="0"/>
              <a:t>"</a:t>
            </a:r>
          </a:p>
          <a:p>
            <a:r>
              <a:rPr lang="en-IN" sz="3000" dirty="0"/>
              <a:t>}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43AF10-36AA-B798-739F-4CBD21791E77}"/>
              </a:ext>
            </a:extLst>
          </p:cNvPr>
          <p:cNvCxnSpPr>
            <a:cxnSpLocks/>
          </p:cNvCxnSpPr>
          <p:nvPr/>
        </p:nvCxnSpPr>
        <p:spPr>
          <a:xfrm>
            <a:off x="6096000" y="1546961"/>
            <a:ext cx="0" cy="4223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518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46B5-51D1-6B61-F0C9-0E97C398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A5A06D-FA41-5BC9-496B-BE350BB7A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939" y="1071998"/>
            <a:ext cx="7782121" cy="48915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A3EAA9-6C1C-4E13-70E9-B236BA7A4EE7}"/>
              </a:ext>
            </a:extLst>
          </p:cNvPr>
          <p:cNvSpPr txBox="1"/>
          <p:nvPr/>
        </p:nvSpPr>
        <p:spPr>
          <a:xfrm>
            <a:off x="3042558" y="350262"/>
            <a:ext cx="6106884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718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3C5B-F428-3B96-E54C-BC29DCDDC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6F6052-AE93-EE51-C787-9BF98202BFF1}"/>
              </a:ext>
            </a:extLst>
          </p:cNvPr>
          <p:cNvSpPr txBox="1"/>
          <p:nvPr/>
        </p:nvSpPr>
        <p:spPr>
          <a:xfrm>
            <a:off x="1415747" y="1263984"/>
            <a:ext cx="9360506" cy="4330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Overview:</a:t>
            </a:r>
            <a:endParaRPr lang="en-IN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Aqua Guard system consists of three main layers: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 Layer – Collects real-time water parameters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Gateway Layer – ESP32 microcontroller for processing and Wi-Fi Communication.</a:t>
            </a: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 Layer – Adafruit IO stores and visualizes data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IN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Alert Layer – IFTTT sends notifications to farmers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10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6B69-1C90-97C1-88CB-F2E497CF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ABFCD1-BCF4-4C28-4B3E-FE8703D22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57" y="1103494"/>
            <a:ext cx="8891286" cy="4651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542718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195</TotalTime>
  <Words>487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Koppula</dc:creator>
  <cp:lastModifiedBy>22B01A0455 .</cp:lastModifiedBy>
  <cp:revision>1</cp:revision>
  <dcterms:created xsi:type="dcterms:W3CDTF">2026-02-05T18:35:04Z</dcterms:created>
  <dcterms:modified xsi:type="dcterms:W3CDTF">2026-02-06T18:22:38Z</dcterms:modified>
</cp:coreProperties>
</file>