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2B01A0455 ." userId="ccd32090cf42221f" providerId="LiveId" clId="{71AA40D1-DA43-40D0-A6F8-AA97D4312394}"/>
    <pc:docChg chg="modSld">
      <pc:chgData name="22B01A0455 ." userId="ccd32090cf42221f" providerId="LiveId" clId="{71AA40D1-DA43-40D0-A6F8-AA97D4312394}" dt="2026-02-05T19:12:20.998" v="76" actId="1076"/>
      <pc:docMkLst>
        <pc:docMk/>
      </pc:docMkLst>
      <pc:sldChg chg="addSp modSp mod">
        <pc:chgData name="22B01A0455 ." userId="ccd32090cf42221f" providerId="LiveId" clId="{71AA40D1-DA43-40D0-A6F8-AA97D4312394}" dt="2026-02-05T19:12:20.998" v="76" actId="1076"/>
        <pc:sldMkLst>
          <pc:docMk/>
          <pc:sldMk cId="2456974467" sldId="258"/>
        </pc:sldMkLst>
        <pc:spChg chg="add mod">
          <ac:chgData name="22B01A0455 ." userId="ccd32090cf42221f" providerId="LiveId" clId="{71AA40D1-DA43-40D0-A6F8-AA97D4312394}" dt="2026-02-05T18:16:06.336" v="32" actId="255"/>
          <ac:spMkLst>
            <pc:docMk/>
            <pc:sldMk cId="2456974467" sldId="258"/>
            <ac:spMk id="3" creationId="{16634315-2B75-3D27-3AD3-4182C39A844B}"/>
          </ac:spMkLst>
        </pc:spChg>
        <pc:spChg chg="add mod">
          <ac:chgData name="22B01A0455 ." userId="ccd32090cf42221f" providerId="LiveId" clId="{71AA40D1-DA43-40D0-A6F8-AA97D4312394}" dt="2026-02-05T19:12:20.998" v="76" actId="1076"/>
          <ac:spMkLst>
            <pc:docMk/>
            <pc:sldMk cId="2456974467" sldId="258"/>
            <ac:spMk id="7" creationId="{B4CF03ED-1016-2B90-03EE-17F38058E3FB}"/>
          </ac:spMkLst>
        </pc:spChg>
        <pc:spChg chg="add mod">
          <ac:chgData name="22B01A0455 ." userId="ccd32090cf42221f" providerId="LiveId" clId="{71AA40D1-DA43-40D0-A6F8-AA97D4312394}" dt="2026-02-05T18:18:09.081" v="72" actId="122"/>
          <ac:spMkLst>
            <pc:docMk/>
            <pc:sldMk cId="2456974467" sldId="258"/>
            <ac:spMk id="9" creationId="{470F83BD-C85F-67EB-8CEE-16D02DAD318A}"/>
          </ac:spMkLst>
        </pc:spChg>
        <pc:graphicFrameChg chg="mod modGraphic">
          <ac:chgData name="22B01A0455 ." userId="ccd32090cf42221f" providerId="LiveId" clId="{71AA40D1-DA43-40D0-A6F8-AA97D4312394}" dt="2026-02-05T18:18:18.661" v="73" actId="1076"/>
          <ac:graphicFrameMkLst>
            <pc:docMk/>
            <pc:sldMk cId="2456974467" sldId="258"/>
            <ac:graphicFrameMk id="4" creationId="{C276DDAB-F207-8633-5947-7A8981A53EF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2346-C3D7-D562-C94F-3DC17E4BE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911A7-4EE1-BE72-C278-E0331FF63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24258-8572-1633-9602-8349BD3D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9139-FE80-07FA-AEB0-AA1D3176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52E35-C236-666E-3C17-CFB7F684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89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C109-54BB-3E0A-92FC-294887D7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1AB4-CFED-DFBA-70B4-66DF07C21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9E30-5540-3A35-4DF0-008EC1C60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7B23F-C157-C519-CD02-B259059F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F660-9F4E-F7F7-CD6D-C2B9944C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34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D209-6450-B00F-20A4-37981FA3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E1F8B-C3CD-3CE8-7874-98F8558D8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CAE88-D783-FF3B-50D7-1C7745EF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89FC-F3B6-4410-5444-F953B5EC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02452-E3C7-A71F-2948-94A21F40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10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FEDF-47F2-BA80-C351-4321D31F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FDED8-ABFE-0BA6-15FA-618061A1D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4C10-2BA0-2B9F-35A8-BF2142882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41137-6D50-35C6-33DC-DAA3A743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AC9C0-BFBB-1EC0-FBD1-51EC3229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CACEA-DAA8-8ED6-7699-1885DB21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513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BC28-2181-AC64-E289-297A4B1B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AA5D6-DE7C-2A43-0ABA-F705F318C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41FF3-95DA-B728-E366-FD9E4DC3E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C2386-2AD8-9A3A-BCFD-BACE07869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9388B-1B38-0C98-6169-C95025279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52224-276E-0592-4B38-94A3C9DF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BC0DE-71A7-740D-67BE-D9C1599B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905AB6-B13F-36FC-C658-DBEF2BD9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49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9C2CB-0C97-64CE-FCDA-B4F049ED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EFAB1-F73D-BDDF-D3A5-084FCF578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35BF1-6692-D8FC-53FA-35492378D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07986-BBD1-A0AE-D5D5-3982939F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7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942BDA-8BA0-CBC2-4DDE-FAF2047F8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47488-ECA4-14EA-84B7-C600A78A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B1C58-B00A-CC2F-C7BB-A671524B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21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2390-3DD3-1DF2-DE60-D72B8750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8AAE1-D2DB-E8AA-8A76-64D9F1AC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845CB-FC2A-5745-B0ED-7360D3819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4664D-5B0D-4717-BFE3-E32A8AAF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61672-93D3-7417-1FA6-F9FEAE92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13DBA-9668-7CF4-2E75-C29A3235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13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91FB6-BA9F-2C0B-4B0B-9D4BD74E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B3F42F-2841-1840-8709-0554451AC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7E466-7DC4-2877-575D-9B7807C79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05DAA-FAB5-0948-9C55-DF8CE937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6CDD0-DF46-D8D0-3257-4C372472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5E813-9E7E-9586-7632-F0774B94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38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8941-58C9-6614-A07A-ADBADCBE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C2803-992E-2956-306B-A0A257BFE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E18F4-CC7F-9E8A-7843-E4CFE8AA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BB0A2-1AFE-481E-676F-D32F9657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DB967-516E-EE0F-76D8-7E0F5DB5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63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B3936-35C7-EC37-6C6B-8B1E19024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E6C85-2AE0-FF0B-CA28-1CC98EBAD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65BA1-BAD7-8AB0-6E87-3DE704E5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6F6B-A532-BEB7-0FE7-030DC215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2D66B-7355-C53E-071F-40131FED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17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739BD-8558-41AE-7A6E-4C945F6A2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0936E-D837-FF1C-0CDD-E105D82EE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7BB08-ADD3-CD9A-8CE6-A344198C2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9AC0F-8746-4CC5-9585-62D56F3D8A8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26DE1-C185-95A1-CA7E-7CEB9FEBF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45DF5-CD10-0F1F-0A08-69310626D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5B6B-DE8C-4BCF-8AAB-BA91362DB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12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989E8A3-A2E8-5DFE-2674-2D517C990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063" y="1814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98A5AB-8778-C419-257B-D48E320E1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81" y="390101"/>
            <a:ext cx="10831437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4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5A825-40E6-49AB-FE1E-2C2045E8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3ABA8C2-EAF5-C3F0-A87A-D5E92675E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063" y="1814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7FDC8B-992C-D459-7790-758A4777E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0" y="404390"/>
            <a:ext cx="10774279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81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DD0A-0FAB-40CC-2389-9E4A03A1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76DDAB-F207-8633-5947-7A8981A53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20800"/>
              </p:ext>
            </p:extLst>
          </p:nvPr>
        </p:nvGraphicFramePr>
        <p:xfrm>
          <a:off x="2247899" y="650933"/>
          <a:ext cx="7427277" cy="40022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96193">
                  <a:extLst>
                    <a:ext uri="{9D8B030D-6E8A-4147-A177-3AD203B41FA5}">
                      <a16:colId xmlns:a16="http://schemas.microsoft.com/office/drawing/2014/main" val="1576004304"/>
                    </a:ext>
                  </a:extLst>
                </a:gridCol>
                <a:gridCol w="2565115">
                  <a:extLst>
                    <a:ext uri="{9D8B030D-6E8A-4147-A177-3AD203B41FA5}">
                      <a16:colId xmlns:a16="http://schemas.microsoft.com/office/drawing/2014/main" val="197252268"/>
                    </a:ext>
                  </a:extLst>
                </a:gridCol>
                <a:gridCol w="2565969">
                  <a:extLst>
                    <a:ext uri="{9D8B030D-6E8A-4147-A177-3AD203B41FA5}">
                      <a16:colId xmlns:a16="http://schemas.microsoft.com/office/drawing/2014/main" val="680037968"/>
                    </a:ext>
                  </a:extLst>
                </a:gridCol>
              </a:tblGrid>
              <a:tr h="4435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Sensor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Parameter Monitored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Reason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222438624"/>
                  </a:ext>
                </a:extLst>
              </a:tr>
              <a:tr h="892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pH Sensor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Acidity/Alkalinity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Shrimp require stable pH (7.5 – 8.5) for healthy growth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1571623191"/>
                  </a:ext>
                </a:extLst>
              </a:tr>
              <a:tr h="6704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Temperature Sensor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Water Temperature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Impacts shrimp metabolism and dissolved oxygen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820134755"/>
                  </a:ext>
                </a:extLst>
              </a:tr>
              <a:tr h="666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TDS Sensor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Total Dissolved Solids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Indicated salinity and mineral concentration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3225034099"/>
                  </a:ext>
                </a:extLst>
              </a:tr>
              <a:tr h="8972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Turbidity Sensor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Water Quality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High turbidity indicates waste buildup and poor quality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210838487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8579A56-4686-42C1-B081-635A8F239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063" y="1814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34315-2B75-3D27-3AD3-4182C39A844B}"/>
              </a:ext>
            </a:extLst>
          </p:cNvPr>
          <p:cNvSpPr txBox="1"/>
          <p:nvPr/>
        </p:nvSpPr>
        <p:spPr>
          <a:xfrm>
            <a:off x="1835379" y="0"/>
            <a:ext cx="7935684" cy="517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700" b="1" dirty="0">
                <a:effectLst/>
              </a:rPr>
              <a:t> Sensor Selection List</a:t>
            </a:r>
            <a:endParaRPr lang="en-IN" sz="27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F03ED-1016-2B90-03EE-17F38058E3FB}"/>
              </a:ext>
            </a:extLst>
          </p:cNvPr>
          <p:cNvSpPr txBox="1"/>
          <p:nvPr/>
        </p:nvSpPr>
        <p:spPr>
          <a:xfrm>
            <a:off x="2191220" y="4715953"/>
            <a:ext cx="7935684" cy="517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700" b="1" dirty="0">
                <a:effectLst/>
              </a:rPr>
              <a:t>Justification</a:t>
            </a:r>
            <a:endParaRPr lang="en-IN" sz="27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F83BD-C85F-67EB-8CEE-16D02DAD318A}"/>
              </a:ext>
            </a:extLst>
          </p:cNvPr>
          <p:cNvSpPr txBox="1"/>
          <p:nvPr/>
        </p:nvSpPr>
        <p:spPr>
          <a:xfrm>
            <a:off x="2128158" y="4911754"/>
            <a:ext cx="7935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algn="ctr"/>
            <a:r>
              <a:rPr lang="en-IN" dirty="0"/>
              <a:t>These sensors monitor the most critical environmental conditions that affect shrimp survival, growth rate, and disease prevention. Continuous monitoring helps farmers take preventive action before water conditions become harmful.</a:t>
            </a:r>
          </a:p>
        </p:txBody>
      </p:sp>
    </p:spTree>
    <p:extLst>
      <p:ext uri="{BB962C8B-B14F-4D97-AF65-F5344CB8AC3E}">
        <p14:creationId xmlns:p14="http://schemas.microsoft.com/office/powerpoint/2010/main" val="2456974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Koppula</dc:creator>
  <cp:lastModifiedBy>22B01A0455 .</cp:lastModifiedBy>
  <cp:revision>1</cp:revision>
  <dcterms:created xsi:type="dcterms:W3CDTF">2026-02-05T18:09:16Z</dcterms:created>
  <dcterms:modified xsi:type="dcterms:W3CDTF">2026-02-05T19:12:32Z</dcterms:modified>
</cp:coreProperties>
</file>