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66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22B01A0455 ." userId="ccd32090cf42221f" providerId="LiveId" clId="{71AA40D1-DA43-40D0-A6F8-AA97D4312394}"/>
    <pc:docChg chg="modSld">
      <pc:chgData name="22B01A0455 ." userId="ccd32090cf42221f" providerId="LiveId" clId="{71AA40D1-DA43-40D0-A6F8-AA97D4312394}" dt="2026-02-05T18:18:18.661" v="73" actId="1076"/>
      <pc:docMkLst>
        <pc:docMk/>
      </pc:docMkLst>
      <pc:sldChg chg="addSp modSp mod">
        <pc:chgData name="22B01A0455 ." userId="ccd32090cf42221f" providerId="LiveId" clId="{71AA40D1-DA43-40D0-A6F8-AA97D4312394}" dt="2026-02-05T18:18:18.661" v="73" actId="1076"/>
        <pc:sldMkLst>
          <pc:docMk/>
          <pc:sldMk cId="2456974467" sldId="258"/>
        </pc:sldMkLst>
        <pc:spChg chg="add mod">
          <ac:chgData name="22B01A0455 ." userId="ccd32090cf42221f" providerId="LiveId" clId="{71AA40D1-DA43-40D0-A6F8-AA97D4312394}" dt="2026-02-05T18:16:06.336" v="32" actId="255"/>
          <ac:spMkLst>
            <pc:docMk/>
            <pc:sldMk cId="2456974467" sldId="258"/>
            <ac:spMk id="3" creationId="{16634315-2B75-3D27-3AD3-4182C39A844B}"/>
          </ac:spMkLst>
        </pc:spChg>
        <pc:spChg chg="add mod">
          <ac:chgData name="22B01A0455 ." userId="ccd32090cf42221f" providerId="LiveId" clId="{71AA40D1-DA43-40D0-A6F8-AA97D4312394}" dt="2026-02-05T18:16:56.917" v="49" actId="1076"/>
          <ac:spMkLst>
            <pc:docMk/>
            <pc:sldMk cId="2456974467" sldId="258"/>
            <ac:spMk id="7" creationId="{B4CF03ED-1016-2B90-03EE-17F38058E3FB}"/>
          </ac:spMkLst>
        </pc:spChg>
        <pc:spChg chg="add mod">
          <ac:chgData name="22B01A0455 ." userId="ccd32090cf42221f" providerId="LiveId" clId="{71AA40D1-DA43-40D0-A6F8-AA97D4312394}" dt="2026-02-05T18:18:09.081" v="72" actId="122"/>
          <ac:spMkLst>
            <pc:docMk/>
            <pc:sldMk cId="2456974467" sldId="258"/>
            <ac:spMk id="9" creationId="{470F83BD-C85F-67EB-8CEE-16D02DAD318A}"/>
          </ac:spMkLst>
        </pc:spChg>
        <pc:graphicFrameChg chg="mod modGraphic">
          <ac:chgData name="22B01A0455 ." userId="ccd32090cf42221f" providerId="LiveId" clId="{71AA40D1-DA43-40D0-A6F8-AA97D4312394}" dt="2026-02-05T18:18:18.661" v="73" actId="1076"/>
          <ac:graphicFrameMkLst>
            <pc:docMk/>
            <pc:sldMk cId="2456974467" sldId="258"/>
            <ac:graphicFrameMk id="4" creationId="{C276DDAB-F207-8633-5947-7A8981A53EF5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B2346-C3D7-D562-C94F-3DC17E4BE9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7911A7-4EE1-BE72-C278-E0331FF63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124258-8572-1633-9602-8349BD3D9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9139-FE80-07FA-AEB0-AA1D31765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52E35-C236-666E-3C17-CFB7F6842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2895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C109-54BB-3E0A-92FC-294887D74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B1AB4-CFED-DFBA-70B4-66DF07C210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909E30-5540-3A35-4DF0-008EC1C60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67B23F-C157-C519-CD02-B259059F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A5F660-9F4E-F7F7-CD6D-C2B9944CA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2342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CD209-6450-B00F-20A4-37981FA39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E1F8B-C3CD-3CE8-7874-98F8558D80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CAE88-D783-FF3B-50D7-1C7745EFC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89FC-F3B6-4410-5444-F953B5ECA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F02452-E3C7-A71F-2948-94A21F407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2610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FEDF-47F2-BA80-C351-4321D31F9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FDED8-ABFE-0BA6-15FA-618061A1DB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B4C10-2BA0-2B9F-35A8-BF2142882B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241137-6D50-35C6-33DC-DAA3A7435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8AC9C0-BFBB-1EC0-FBD1-51EC32293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CACEA-DAA8-8ED6-7699-1885DB218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6513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5BC28-2181-AC64-E289-297A4B1B2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AA5D6-DE7C-2A43-0ABA-F705F318C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F41FF3-95DA-B728-E366-FD9E4DC3E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EC2386-2AD8-9A3A-BCFD-BACE078697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A9388B-1B38-0C98-6169-C950252794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F52224-276E-0592-4B38-94A3C9DF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7BC0DE-71A7-740D-67BE-D9C1599B6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905AB6-B13F-36FC-C658-DBEF2BD925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34986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9C2CB-0C97-64CE-FCDA-B4F049EDE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8EFAB1-F73D-BDDF-D3A5-084FCF578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135BF1-6692-D8FC-53FA-35492378D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807986-BBD1-A0AE-D5D5-3982939F0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2798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0942BDA-8BA0-CBC2-4DDE-FAF2047F8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147488-ECA4-14EA-84B7-C600A78A9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4B1C58-B00A-CC2F-C7BB-A671524B0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98210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82390-3DD3-1DF2-DE60-D72B87506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8AAE1-D2DB-E8AA-8A76-64D9F1AC3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3845CB-FC2A-5745-B0ED-7360D38190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F4664D-5B0D-4717-BFE3-E32A8AAFE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61672-93D3-7417-1FA6-F9FEAE926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713DBA-9668-7CF4-2E75-C29A32358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3134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91FB6-BA9F-2C0B-4B0B-9D4BD74EF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B3F42F-2841-1840-8709-0554451AC6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E7E466-7DC4-2877-575D-9B7807C792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905DAA-FAB5-0948-9C55-DF8CE937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46CDD0-DF46-D8D0-3257-4C372472E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D5E813-9E7E-9586-7632-F0774B942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7381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28941-58C9-6614-A07A-ADBADCBE8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C2803-992E-2956-306B-A0A257BFEF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E18F4-CC7F-9E8A-7843-E4CFE8AA5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BB0A2-1AFE-481E-676F-D32F9657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DB967-516E-EE0F-76D8-7E0F5DB55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36388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3B3936-35C7-EC37-6C6B-8B1E190245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4E6C85-2AE0-FF0B-CA28-1CC98EBAD4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165BA1-BAD7-8AB0-6E87-3DE704E52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FE6F6B-A532-BEB7-0FE7-030DC2152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2D66B-7355-C53E-071F-40131FED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1714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739BD-8558-41AE-7A6E-4C945F6A2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936E-D837-FF1C-0CDD-E105D82EED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B7BB08-ADD3-CD9A-8CE6-A344198C2A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59AC0F-8746-4CC5-9585-62D56F3D8A84}" type="datetimeFigureOut">
              <a:rPr lang="en-IN" smtClean="0"/>
              <a:t>05-02-2026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26DE1-C185-95A1-CA7E-7CEB9FEBF7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545DF5-CD10-0F1F-0A08-69310626D8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B05B6B-DE8C-4BCF-8AAB-BA91362DBCA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127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1989E8A3-A2E8-5DFE-2674-2D517C990E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5063" y="181451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198A5AB-8778-C419-257B-D48E320E1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281" y="390101"/>
            <a:ext cx="10831437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43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5A825-40E6-49AB-FE1E-2C2045E8F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E3ABA8C2-EAF5-C3F0-A87A-D5E92675E7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5063" y="181451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7FDC8B-992C-D459-7790-758A4777ED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860" y="404390"/>
            <a:ext cx="10774279" cy="60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681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3DD0A-0FAB-40CC-2389-9E4A03A15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76DDAB-F207-8633-5947-7A8981A53E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020800"/>
              </p:ext>
            </p:extLst>
          </p:nvPr>
        </p:nvGraphicFramePr>
        <p:xfrm>
          <a:off x="2247899" y="650933"/>
          <a:ext cx="7427277" cy="400222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96193">
                  <a:extLst>
                    <a:ext uri="{9D8B030D-6E8A-4147-A177-3AD203B41FA5}">
                      <a16:colId xmlns:a16="http://schemas.microsoft.com/office/drawing/2014/main" val="1576004304"/>
                    </a:ext>
                  </a:extLst>
                </a:gridCol>
                <a:gridCol w="2565115">
                  <a:extLst>
                    <a:ext uri="{9D8B030D-6E8A-4147-A177-3AD203B41FA5}">
                      <a16:colId xmlns:a16="http://schemas.microsoft.com/office/drawing/2014/main" val="197252268"/>
                    </a:ext>
                  </a:extLst>
                </a:gridCol>
                <a:gridCol w="2565969">
                  <a:extLst>
                    <a:ext uri="{9D8B030D-6E8A-4147-A177-3AD203B41FA5}">
                      <a16:colId xmlns:a16="http://schemas.microsoft.com/office/drawing/2014/main" val="680037968"/>
                    </a:ext>
                  </a:extLst>
                </a:gridCol>
              </a:tblGrid>
              <a:tr h="4435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Sensor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Parameter Monitored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Reason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extLst>
                  <a:ext uri="{0D108BD9-81ED-4DB2-BD59-A6C34878D82A}">
                    <a16:rowId xmlns:a16="http://schemas.microsoft.com/office/drawing/2014/main" val="222438624"/>
                  </a:ext>
                </a:extLst>
              </a:tr>
              <a:tr h="89245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pH Sensor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Acidity/Alkalinity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Shrimp require stable pH (7.5 – 8.5) for healthy growth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extLst>
                  <a:ext uri="{0D108BD9-81ED-4DB2-BD59-A6C34878D82A}">
                    <a16:rowId xmlns:a16="http://schemas.microsoft.com/office/drawing/2014/main" val="1571623191"/>
                  </a:ext>
                </a:extLst>
              </a:tr>
              <a:tr h="67040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Temperature Sensor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Water Temperature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Impacts shrimp metabolism and dissolved oxygen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extLst>
                  <a:ext uri="{0D108BD9-81ED-4DB2-BD59-A6C34878D82A}">
                    <a16:rowId xmlns:a16="http://schemas.microsoft.com/office/drawing/2014/main" val="820134755"/>
                  </a:ext>
                </a:extLst>
              </a:tr>
              <a:tr h="66684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TDS Sensor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Total Dissolved Solids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Indicated salinity and mineral concentration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extLst>
                  <a:ext uri="{0D108BD9-81ED-4DB2-BD59-A6C34878D82A}">
                    <a16:rowId xmlns:a16="http://schemas.microsoft.com/office/drawing/2014/main" val="3225034099"/>
                  </a:ext>
                </a:extLst>
              </a:tr>
              <a:tr h="89721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>
                          <a:effectLst/>
                        </a:rPr>
                        <a:t>Turbidity Sensor</a:t>
                      </a:r>
                      <a:endParaRPr lang="en-IN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Water Quality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2000" dirty="0">
                          <a:effectLst/>
                        </a:rPr>
                        <a:t>High turbidity indicates waste buildup and poor quality</a:t>
                      </a:r>
                      <a:endParaRPr lang="en-IN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7992" marR="57992" marT="0" marB="0"/>
                </a:tc>
                <a:extLst>
                  <a:ext uri="{0D108BD9-81ED-4DB2-BD59-A6C34878D82A}">
                    <a16:rowId xmlns:a16="http://schemas.microsoft.com/office/drawing/2014/main" val="2108384877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8579A56-4686-42C1-B081-635A8F2399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75063" y="1814513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634315-2B75-3D27-3AD3-4182C39A844B}"/>
              </a:ext>
            </a:extLst>
          </p:cNvPr>
          <p:cNvSpPr txBox="1"/>
          <p:nvPr/>
        </p:nvSpPr>
        <p:spPr>
          <a:xfrm>
            <a:off x="1835379" y="0"/>
            <a:ext cx="7935684" cy="517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700" b="1" dirty="0">
                <a:effectLst/>
              </a:rPr>
              <a:t> Sensor Selection List</a:t>
            </a:r>
            <a:endParaRPr lang="en-IN" sz="27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CF03ED-1016-2B90-03EE-17F38058E3FB}"/>
              </a:ext>
            </a:extLst>
          </p:cNvPr>
          <p:cNvSpPr txBox="1"/>
          <p:nvPr/>
        </p:nvSpPr>
        <p:spPr>
          <a:xfrm>
            <a:off x="1993696" y="4653158"/>
            <a:ext cx="7935684" cy="5171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n-IN" sz="2700" b="1" dirty="0">
                <a:effectLst/>
              </a:rPr>
              <a:t>Justification</a:t>
            </a:r>
            <a:endParaRPr lang="en-IN" sz="2700" b="1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0F83BD-C85F-67EB-8CEE-16D02DAD318A}"/>
              </a:ext>
            </a:extLst>
          </p:cNvPr>
          <p:cNvSpPr txBox="1"/>
          <p:nvPr/>
        </p:nvSpPr>
        <p:spPr>
          <a:xfrm>
            <a:off x="2128158" y="4911754"/>
            <a:ext cx="79356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IN" dirty="0"/>
          </a:p>
          <a:p>
            <a:pPr algn="ctr"/>
            <a:r>
              <a:rPr lang="en-IN" dirty="0"/>
              <a:t>These sensors monitor the most critical environmental conditions that affect shrimp survival, growth rate, and disease prevention. Continuous monitoring helps farmers take preventive action before water conditions become harmful.</a:t>
            </a:r>
          </a:p>
        </p:txBody>
      </p:sp>
    </p:spTree>
    <p:extLst>
      <p:ext uri="{BB962C8B-B14F-4D97-AF65-F5344CB8AC3E}">
        <p14:creationId xmlns:p14="http://schemas.microsoft.com/office/powerpoint/2010/main" val="2456974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91</Words>
  <Application>Microsoft Office PowerPoint</Application>
  <PresentationFormat>Widescreen</PresentationFormat>
  <Paragraphs>19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Keerthana Koppula</dc:creator>
  <cp:lastModifiedBy>22B01A0455 .</cp:lastModifiedBy>
  <cp:revision>1</cp:revision>
  <dcterms:created xsi:type="dcterms:W3CDTF">2026-02-05T18:09:16Z</dcterms:created>
  <dcterms:modified xsi:type="dcterms:W3CDTF">2026-02-05T18:18:23Z</dcterms:modified>
</cp:coreProperties>
</file>